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335" r:id="rId3"/>
    <p:sldId id="263" r:id="rId4"/>
    <p:sldId id="343" r:id="rId5"/>
    <p:sldId id="339" r:id="rId6"/>
    <p:sldId id="347" r:id="rId7"/>
    <p:sldId id="348" r:id="rId8"/>
    <p:sldId id="344" r:id="rId9"/>
    <p:sldId id="345" r:id="rId10"/>
    <p:sldId id="346" r:id="rId11"/>
    <p:sldId id="349" r:id="rId12"/>
    <p:sldId id="352" r:id="rId13"/>
    <p:sldId id="350" r:id="rId14"/>
    <p:sldId id="351" r:id="rId15"/>
    <p:sldId id="275" r:id="rId16"/>
  </p:sldIdLst>
  <p:sldSz cx="9144000" cy="5143500" type="screen16x9"/>
  <p:notesSz cx="6858000" cy="9144000"/>
  <p:embeddedFontLst>
    <p:embeddedFont>
      <p:font typeface="Assistant" pitchFamily="2" charset="-79"/>
      <p:regular r:id="rId18"/>
      <p:bold r:id="rId19"/>
    </p:embeddedFont>
    <p:embeddedFont>
      <p:font typeface="Candara Light" panose="020E0502030303020204" pitchFamily="34" charset="0"/>
      <p:regular r:id="rId20"/>
      <p:italic r:id="rId21"/>
    </p:embeddedFont>
    <p:embeddedFont>
      <p:font typeface="Libre Franklin" pitchFamily="2" charset="0"/>
      <p:regular r:id="rId22"/>
      <p:bold r:id="rId23"/>
      <p:italic r:id="rId24"/>
      <p:boldItalic r:id="rId25"/>
    </p:embeddedFont>
    <p:embeddedFont>
      <p:font typeface="Open Sans" panose="020B0606030504020204" pitchFamily="34" charset="0"/>
      <p:regular r:id="rId26"/>
      <p:bold r:id="rId27"/>
      <p:italic r:id="rId28"/>
      <p:boldItalic r:id="rId29"/>
    </p:embeddedFont>
    <p:embeddedFont>
      <p:font typeface="Raleway"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51A8C0-90C7-437F-9CFC-77662AA5F7EC}" v="1" dt="2026-03-26T04:00:50.72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varScale="1">
        <p:scale>
          <a:sx n="103" d="100"/>
          <a:sy n="103" d="100"/>
        </p:scale>
        <p:origin x="1013"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microsoft.com/office/2015/10/relationships/revisionInfo" Target="revisionInfo.xml"/><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eesha Ganpisetty" userId="d3030af9752406b6" providerId="LiveId" clId="{889FB063-7D12-47A9-B6AB-7932C72F047D}"/>
    <pc:docChg chg="custSel addSld modSld">
      <pc:chgData name="Maneesha Ganpisetty" userId="d3030af9752406b6" providerId="LiveId" clId="{889FB063-7D12-47A9-B6AB-7932C72F047D}" dt="2026-03-28T05:13:04.014" v="21" actId="14100"/>
      <pc:docMkLst>
        <pc:docMk/>
      </pc:docMkLst>
      <pc:sldChg chg="modSp mod">
        <pc:chgData name="Maneesha Ganpisetty" userId="d3030af9752406b6" providerId="LiveId" clId="{889FB063-7D12-47A9-B6AB-7932C72F047D}" dt="2026-03-26T03:59:49.547" v="0" actId="20577"/>
        <pc:sldMkLst>
          <pc:docMk/>
          <pc:sldMk cId="0" sldId="256"/>
        </pc:sldMkLst>
        <pc:spChg chg="mod">
          <ac:chgData name="Maneesha Ganpisetty" userId="d3030af9752406b6" providerId="LiveId" clId="{889FB063-7D12-47A9-B6AB-7932C72F047D}" dt="2026-03-26T03:59:49.547" v="0" actId="20577"/>
          <ac:spMkLst>
            <pc:docMk/>
            <pc:sldMk cId="0" sldId="256"/>
            <ac:spMk id="46" creationId="{00000000-0000-0000-0000-000000000000}"/>
          </ac:spMkLst>
        </pc:spChg>
      </pc:sldChg>
      <pc:sldChg chg="addSp delSp modSp add mod">
        <pc:chgData name="Maneesha Ganpisetty" userId="d3030af9752406b6" providerId="LiveId" clId="{889FB063-7D12-47A9-B6AB-7932C72F047D}" dt="2026-03-28T05:13:04.014" v="21" actId="14100"/>
        <pc:sldMkLst>
          <pc:docMk/>
          <pc:sldMk cId="1655152168" sldId="352"/>
        </pc:sldMkLst>
        <pc:spChg chg="mod">
          <ac:chgData name="Maneesha Ganpisetty" userId="d3030af9752406b6" providerId="LiveId" clId="{889FB063-7D12-47A9-B6AB-7932C72F047D}" dt="2026-03-26T04:00:47.671" v="7" actId="20577"/>
          <ac:spMkLst>
            <pc:docMk/>
            <pc:sldMk cId="1655152168" sldId="352"/>
            <ac:spMk id="2" creationId="{5026E5E8-6ED4-7022-4E03-F8279250EE90}"/>
          </ac:spMkLst>
        </pc:spChg>
        <pc:picChg chg="add del mod">
          <ac:chgData name="Maneesha Ganpisetty" userId="d3030af9752406b6" providerId="LiveId" clId="{889FB063-7D12-47A9-B6AB-7932C72F047D}" dt="2026-03-28T05:12:12.719" v="12" actId="478"/>
          <ac:picMkLst>
            <pc:docMk/>
            <pc:sldMk cId="1655152168" sldId="352"/>
            <ac:picMk id="4" creationId="{6DD263E5-3DFA-6133-7CB3-34BF1C6C1BAF}"/>
          </ac:picMkLst>
        </pc:picChg>
        <pc:picChg chg="add mod">
          <ac:chgData name="Maneesha Ganpisetty" userId="d3030af9752406b6" providerId="LiveId" clId="{889FB063-7D12-47A9-B6AB-7932C72F047D}" dt="2026-03-28T05:13:04.014" v="21" actId="14100"/>
          <ac:picMkLst>
            <pc:docMk/>
            <pc:sldMk cId="1655152168" sldId="352"/>
            <ac:picMk id="5" creationId="{DDE013CA-7105-CF6C-DE17-30CCEF1AD59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a27e4b4923_0_1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1" name="Google Shape;901;g2a27e4b4923_0_1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a:extLst>
            <a:ext uri="{FF2B5EF4-FFF2-40B4-BE49-F238E27FC236}">
              <a16:creationId xmlns:a16="http://schemas.microsoft.com/office/drawing/2014/main" id="{76470BE2-4DCB-200A-3655-CAB19559BABD}"/>
            </a:ext>
          </a:extLst>
        </p:cNvPr>
        <p:cNvGrpSpPr/>
        <p:nvPr/>
      </p:nvGrpSpPr>
      <p:grpSpPr>
        <a:xfrm>
          <a:off x="0" y="0"/>
          <a:ext cx="0" cy="0"/>
          <a:chOff x="0" y="0"/>
          <a:chExt cx="0" cy="0"/>
        </a:xfrm>
      </p:grpSpPr>
      <p:sp>
        <p:nvSpPr>
          <p:cNvPr id="1059" name="Google Shape;1059;g2a27e4b4923_0_1715:notes">
            <a:extLst>
              <a:ext uri="{FF2B5EF4-FFF2-40B4-BE49-F238E27FC236}">
                <a16:creationId xmlns:a16="http://schemas.microsoft.com/office/drawing/2014/main" id="{53509C03-7C10-A7A7-C97C-5430BABF21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0" name="Google Shape;1060;g2a27e4b4923_0_1715:notes">
            <a:extLst>
              <a:ext uri="{FF2B5EF4-FFF2-40B4-BE49-F238E27FC236}">
                <a16:creationId xmlns:a16="http://schemas.microsoft.com/office/drawing/2014/main" id="{4FE4804A-13F0-80CB-F956-E52B769575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2389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a:extLst>
            <a:ext uri="{FF2B5EF4-FFF2-40B4-BE49-F238E27FC236}">
              <a16:creationId xmlns:a16="http://schemas.microsoft.com/office/drawing/2014/main" id="{1149F1D9-0FEE-F2DA-47B2-2529C46BB8B7}"/>
            </a:ext>
          </a:extLst>
        </p:cNvPr>
        <p:cNvGrpSpPr/>
        <p:nvPr/>
      </p:nvGrpSpPr>
      <p:grpSpPr>
        <a:xfrm>
          <a:off x="0" y="0"/>
          <a:ext cx="0" cy="0"/>
          <a:chOff x="0" y="0"/>
          <a:chExt cx="0" cy="0"/>
        </a:xfrm>
      </p:grpSpPr>
      <p:sp>
        <p:nvSpPr>
          <p:cNvPr id="1059" name="Google Shape;1059;g2a27e4b4923_0_1715:notes">
            <a:extLst>
              <a:ext uri="{FF2B5EF4-FFF2-40B4-BE49-F238E27FC236}">
                <a16:creationId xmlns:a16="http://schemas.microsoft.com/office/drawing/2014/main" id="{F402F0F1-DB8C-71E2-BC1B-3EA430AEED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0" name="Google Shape;1060;g2a27e4b4923_0_1715:notes">
            <a:extLst>
              <a:ext uri="{FF2B5EF4-FFF2-40B4-BE49-F238E27FC236}">
                <a16:creationId xmlns:a16="http://schemas.microsoft.com/office/drawing/2014/main" id="{B122381F-E2F6-5097-DFE3-A0C10E53CB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690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a:extLst>
            <a:ext uri="{FF2B5EF4-FFF2-40B4-BE49-F238E27FC236}">
              <a16:creationId xmlns:a16="http://schemas.microsoft.com/office/drawing/2014/main" id="{EDAEDEFC-4DF3-A2DE-0CF5-544D4CFFB4C3}"/>
            </a:ext>
          </a:extLst>
        </p:cNvPr>
        <p:cNvGrpSpPr/>
        <p:nvPr/>
      </p:nvGrpSpPr>
      <p:grpSpPr>
        <a:xfrm>
          <a:off x="0" y="0"/>
          <a:ext cx="0" cy="0"/>
          <a:chOff x="0" y="0"/>
          <a:chExt cx="0" cy="0"/>
        </a:xfrm>
      </p:grpSpPr>
      <p:sp>
        <p:nvSpPr>
          <p:cNvPr id="1059" name="Google Shape;1059;g2a27e4b4923_0_1715:notes">
            <a:extLst>
              <a:ext uri="{FF2B5EF4-FFF2-40B4-BE49-F238E27FC236}">
                <a16:creationId xmlns:a16="http://schemas.microsoft.com/office/drawing/2014/main" id="{2FA64EEC-1824-912A-0E4F-E46B616952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0" name="Google Shape;1060;g2a27e4b4923_0_1715:notes">
            <a:extLst>
              <a:ext uri="{FF2B5EF4-FFF2-40B4-BE49-F238E27FC236}">
                <a16:creationId xmlns:a16="http://schemas.microsoft.com/office/drawing/2014/main" id="{616D5D84-A137-8150-F6A2-23C249DE6A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7030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g2a27e4b4923_0_19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9" name="Google Shape;1469;g2a27e4b4923_0_19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grpSp>
        <p:nvGrpSpPr>
          <p:cNvPr id="9" name="Google Shape;9;p2"/>
          <p:cNvGrpSpPr/>
          <p:nvPr/>
        </p:nvGrpSpPr>
        <p:grpSpPr>
          <a:xfrm>
            <a:off x="238125" y="238200"/>
            <a:ext cx="8667773" cy="4667101"/>
            <a:chOff x="238125" y="238200"/>
            <a:chExt cx="8667773" cy="4667101"/>
          </a:xfrm>
        </p:grpSpPr>
        <p:sp>
          <p:nvSpPr>
            <p:cNvPr id="10" name="Google Shape;10;p2"/>
            <p:cNvSpPr/>
            <p:nvPr/>
          </p:nvSpPr>
          <p:spPr>
            <a:xfrm>
              <a:off x="238125" y="238200"/>
              <a:ext cx="8667773" cy="4667101"/>
            </a:xfrm>
            <a:custGeom>
              <a:avLst/>
              <a:gdLst/>
              <a:ahLst/>
              <a:cxnLst/>
              <a:rect l="l" t="t" r="r" b="b"/>
              <a:pathLst>
                <a:path w="4122" h="3091" extrusionOk="0">
                  <a:moveTo>
                    <a:pt x="4122" y="3091"/>
                  </a:moveTo>
                  <a:lnTo>
                    <a:pt x="0" y="3091"/>
                  </a:lnTo>
                  <a:lnTo>
                    <a:pt x="0" y="0"/>
                  </a:lnTo>
                  <a:lnTo>
                    <a:pt x="4122" y="0"/>
                  </a:lnTo>
                  <a:lnTo>
                    <a:pt x="4122" y="3091"/>
                  </a:lnTo>
                  <a:close/>
                </a:path>
              </a:pathLst>
            </a:custGeom>
            <a:solidFill>
              <a:schemeClr val="lt2"/>
            </a:solidFill>
            <a:ln w="12600" cap="flat" cmpd="sng">
              <a:solidFill>
                <a:schemeClr val="dk1"/>
              </a:solidFill>
              <a:prstDash val="solid"/>
              <a:bevel/>
              <a:headEnd type="none" w="sm" len="sm"/>
              <a:tailEnd type="none" w="sm" len="sm"/>
            </a:ln>
            <a:effectLst>
              <a:outerShdw dist="114300" dir="3060000" algn="bl" rotWithShape="0">
                <a:schemeClr val="accent5"/>
              </a:outerShdw>
            </a:effectLst>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Google Shape;11;p2"/>
            <p:cNvSpPr/>
            <p:nvPr/>
          </p:nvSpPr>
          <p:spPr>
            <a:xfrm>
              <a:off x="238126" y="691061"/>
              <a:ext cx="8667762" cy="163800"/>
            </a:xfrm>
            <a:custGeom>
              <a:avLst/>
              <a:gdLst/>
              <a:ahLst/>
              <a:cxnLst/>
              <a:rect l="l" t="t" r="r" b="b"/>
              <a:pathLst>
                <a:path w="4122" h="120000" extrusionOk="0">
                  <a:moveTo>
                    <a:pt x="0" y="0"/>
                  </a:moveTo>
                  <a:lnTo>
                    <a:pt x="4122" y="0"/>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2" name="Google Shape;12;p2"/>
            <p:cNvGrpSpPr/>
            <p:nvPr/>
          </p:nvGrpSpPr>
          <p:grpSpPr>
            <a:xfrm>
              <a:off x="397155" y="400429"/>
              <a:ext cx="762108" cy="132273"/>
              <a:chOff x="854747" y="683821"/>
              <a:chExt cx="678575" cy="117775"/>
            </a:xfrm>
          </p:grpSpPr>
          <p:sp>
            <p:nvSpPr>
              <p:cNvPr id="13" name="Google Shape;13;p2"/>
              <p:cNvSpPr/>
              <p:nvPr/>
            </p:nvSpPr>
            <p:spPr>
              <a:xfrm>
                <a:off x="854747" y="683821"/>
                <a:ext cx="117777" cy="117775"/>
              </a:xfrm>
              <a:custGeom>
                <a:avLst/>
                <a:gdLst/>
                <a:ahLst/>
                <a:cxnLst/>
                <a:rect l="l" t="t" r="r" b="b"/>
                <a:pathLst>
                  <a:path w="131" h="131" extrusionOk="0">
                    <a:moveTo>
                      <a:pt x="131" y="65"/>
                    </a:moveTo>
                    <a:cubicBezTo>
                      <a:pt x="131" y="29"/>
                      <a:pt x="101" y="0"/>
                      <a:pt x="66" y="0"/>
                    </a:cubicBezTo>
                    <a:cubicBezTo>
                      <a:pt x="29" y="0"/>
                      <a:pt x="0" y="29"/>
                      <a:pt x="0" y="65"/>
                    </a:cubicBezTo>
                    <a:cubicBezTo>
                      <a:pt x="0" y="102"/>
                      <a:pt x="29" y="131"/>
                      <a:pt x="66" y="131"/>
                    </a:cubicBezTo>
                    <a:cubicBezTo>
                      <a:pt x="101" y="131"/>
                      <a:pt x="131" y="102"/>
                      <a:pt x="131" y="65"/>
                    </a:cubicBezTo>
                    <a:close/>
                  </a:path>
                </a:pathLst>
              </a:custGeom>
              <a:solidFill>
                <a:schemeClr val="accent6"/>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 name="Google Shape;14;p2"/>
              <p:cNvSpPr/>
              <p:nvPr/>
            </p:nvSpPr>
            <p:spPr>
              <a:xfrm>
                <a:off x="1134693" y="683821"/>
                <a:ext cx="117777" cy="117775"/>
              </a:xfrm>
              <a:custGeom>
                <a:avLst/>
                <a:gdLst/>
                <a:ahLst/>
                <a:cxnLst/>
                <a:rect l="l" t="t" r="r" b="b"/>
                <a:pathLst>
                  <a:path w="131" h="131" extrusionOk="0">
                    <a:moveTo>
                      <a:pt x="131" y="65"/>
                    </a:moveTo>
                    <a:cubicBezTo>
                      <a:pt x="131" y="29"/>
                      <a:pt x="102" y="0"/>
                      <a:pt x="66" y="0"/>
                    </a:cubicBezTo>
                    <a:cubicBezTo>
                      <a:pt x="29" y="0"/>
                      <a:pt x="0" y="29"/>
                      <a:pt x="0" y="65"/>
                    </a:cubicBezTo>
                    <a:cubicBezTo>
                      <a:pt x="0" y="102"/>
                      <a:pt x="29" y="131"/>
                      <a:pt x="66" y="131"/>
                    </a:cubicBezTo>
                    <a:cubicBezTo>
                      <a:pt x="102" y="131"/>
                      <a:pt x="131" y="102"/>
                      <a:pt x="131" y="65"/>
                    </a:cubicBezTo>
                    <a:close/>
                  </a:path>
                </a:pathLst>
              </a:custGeom>
              <a:solidFill>
                <a:schemeClr val="accent5"/>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2"/>
              <p:cNvSpPr/>
              <p:nvPr/>
            </p:nvSpPr>
            <p:spPr>
              <a:xfrm>
                <a:off x="1415545" y="683821"/>
                <a:ext cx="117777" cy="117775"/>
              </a:xfrm>
              <a:custGeom>
                <a:avLst/>
                <a:gdLst/>
                <a:ahLst/>
                <a:cxnLst/>
                <a:rect l="l" t="t" r="r" b="b"/>
                <a:pathLst>
                  <a:path w="131" h="131" extrusionOk="0">
                    <a:moveTo>
                      <a:pt x="131" y="65"/>
                    </a:moveTo>
                    <a:cubicBezTo>
                      <a:pt x="131" y="29"/>
                      <a:pt x="101" y="0"/>
                      <a:pt x="65" y="0"/>
                    </a:cubicBezTo>
                    <a:cubicBezTo>
                      <a:pt x="29" y="0"/>
                      <a:pt x="0" y="29"/>
                      <a:pt x="0" y="65"/>
                    </a:cubicBezTo>
                    <a:cubicBezTo>
                      <a:pt x="0" y="102"/>
                      <a:pt x="29" y="131"/>
                      <a:pt x="65" y="131"/>
                    </a:cubicBezTo>
                    <a:cubicBezTo>
                      <a:pt x="101" y="131"/>
                      <a:pt x="131" y="102"/>
                      <a:pt x="131" y="65"/>
                    </a:cubicBezTo>
                    <a:close/>
                  </a:path>
                </a:pathLst>
              </a:custGeom>
              <a:solidFill>
                <a:schemeClr val="accent2"/>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6" name="Google Shape;16;p2"/>
            <p:cNvGrpSpPr/>
            <p:nvPr/>
          </p:nvGrpSpPr>
          <p:grpSpPr>
            <a:xfrm>
              <a:off x="8510002" y="352415"/>
              <a:ext cx="228440" cy="228440"/>
              <a:chOff x="4862880" y="3103920"/>
              <a:chExt cx="708121" cy="708121"/>
            </a:xfrm>
          </p:grpSpPr>
          <p:sp>
            <p:nvSpPr>
              <p:cNvPr id="17" name="Google Shape;17;p2"/>
              <p:cNvSpPr/>
              <p:nvPr/>
            </p:nvSpPr>
            <p:spPr>
              <a:xfrm>
                <a:off x="4862880" y="3103920"/>
                <a:ext cx="708121" cy="708121"/>
              </a:xfrm>
              <a:custGeom>
                <a:avLst/>
                <a:gdLst/>
                <a:ahLst/>
                <a:cxnLst/>
                <a:rect l="l" t="t" r="r" b="b"/>
                <a:pathLst>
                  <a:path w="1968" h="1968" extrusionOk="0">
                    <a:moveTo>
                      <a:pt x="1968" y="0"/>
                    </a:moveTo>
                    <a:lnTo>
                      <a:pt x="0" y="0"/>
                    </a:lnTo>
                    <a:lnTo>
                      <a:pt x="0" y="1968"/>
                    </a:lnTo>
                    <a:lnTo>
                      <a:pt x="1968"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8" name="Google Shape;18;p2"/>
              <p:cNvGrpSpPr/>
              <p:nvPr/>
            </p:nvGrpSpPr>
            <p:grpSpPr>
              <a:xfrm>
                <a:off x="4862880" y="3103920"/>
                <a:ext cx="708121" cy="708121"/>
                <a:chOff x="4862880" y="3103920"/>
                <a:chExt cx="708121" cy="708121"/>
              </a:xfrm>
            </p:grpSpPr>
            <p:sp>
              <p:nvSpPr>
                <p:cNvPr id="19" name="Google Shape;19;p2"/>
                <p:cNvSpPr/>
                <p:nvPr/>
              </p:nvSpPr>
              <p:spPr>
                <a:xfrm>
                  <a:off x="4862880" y="3103920"/>
                  <a:ext cx="708121" cy="708121"/>
                </a:xfrm>
                <a:custGeom>
                  <a:avLst/>
                  <a:gdLst/>
                  <a:ahLst/>
                  <a:cxnLst/>
                  <a:rect l="l" t="t" r="r" b="b"/>
                  <a:pathLst>
                    <a:path w="1968" h="1968" extrusionOk="0">
                      <a:moveTo>
                        <a:pt x="0" y="0"/>
                      </a:moveTo>
                      <a:lnTo>
                        <a:pt x="1968" y="1968"/>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 name="Google Shape;20;p2"/>
                <p:cNvSpPr/>
                <p:nvPr/>
              </p:nvSpPr>
              <p:spPr>
                <a:xfrm>
                  <a:off x="4862880" y="3103920"/>
                  <a:ext cx="708121" cy="708121"/>
                </a:xfrm>
                <a:custGeom>
                  <a:avLst/>
                  <a:gdLst/>
                  <a:ahLst/>
                  <a:cxnLst/>
                  <a:rect l="l" t="t" r="r" b="b"/>
                  <a:pathLst>
                    <a:path w="1968" h="1968" extrusionOk="0">
                      <a:moveTo>
                        <a:pt x="1968" y="0"/>
                      </a:moveTo>
                      <a:lnTo>
                        <a:pt x="0"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sp>
        <p:nvSpPr>
          <p:cNvPr id="21" name="Google Shape;21;p2"/>
          <p:cNvSpPr txBox="1">
            <a:spLocks noGrp="1"/>
          </p:cNvSpPr>
          <p:nvPr>
            <p:ph type="ctrTitle"/>
          </p:nvPr>
        </p:nvSpPr>
        <p:spPr>
          <a:xfrm>
            <a:off x="1765888" y="1088300"/>
            <a:ext cx="5630400" cy="2355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8500"/>
              <a:buNone/>
              <a:defRPr sz="7200"/>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22" name="Google Shape;22;p2"/>
          <p:cNvSpPr txBox="1">
            <a:spLocks noGrp="1"/>
          </p:cNvSpPr>
          <p:nvPr>
            <p:ph type="subTitle" idx="1"/>
          </p:nvPr>
        </p:nvSpPr>
        <p:spPr>
          <a:xfrm>
            <a:off x="1765888" y="3444350"/>
            <a:ext cx="5630400" cy="460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23" name="Google Shape;23;p2"/>
          <p:cNvGrpSpPr/>
          <p:nvPr/>
        </p:nvGrpSpPr>
        <p:grpSpPr>
          <a:xfrm flipH="1">
            <a:off x="5" y="3803465"/>
            <a:ext cx="892440" cy="800640"/>
            <a:chOff x="8187480" y="2310840"/>
            <a:chExt cx="892440" cy="800640"/>
          </a:xfrm>
        </p:grpSpPr>
        <p:sp>
          <p:nvSpPr>
            <p:cNvPr id="24" name="Google Shape;24;p2"/>
            <p:cNvSpPr/>
            <p:nvPr/>
          </p:nvSpPr>
          <p:spPr>
            <a:xfrm>
              <a:off x="8187480" y="2310840"/>
              <a:ext cx="429480" cy="429480"/>
            </a:xfrm>
            <a:custGeom>
              <a:avLst/>
              <a:gdLst/>
              <a:ahLst/>
              <a:cxnLst/>
              <a:rect l="l" t="t" r="r" b="b"/>
              <a:pathLst>
                <a:path w="1193" h="1193" extrusionOk="0">
                  <a:moveTo>
                    <a:pt x="980" y="140"/>
                  </a:moveTo>
                  <a:cubicBezTo>
                    <a:pt x="728" y="-72"/>
                    <a:pt x="351" y="-39"/>
                    <a:pt x="140" y="213"/>
                  </a:cubicBezTo>
                  <a:cubicBezTo>
                    <a:pt x="-72" y="465"/>
                    <a:pt x="-39" y="842"/>
                    <a:pt x="213" y="1054"/>
                  </a:cubicBezTo>
                  <a:cubicBezTo>
                    <a:pt x="465" y="1266"/>
                    <a:pt x="841" y="1233"/>
                    <a:pt x="1054" y="980"/>
                  </a:cubicBezTo>
                  <a:cubicBezTo>
                    <a:pt x="1265" y="728"/>
                    <a:pt x="1233" y="352"/>
                    <a:pt x="980" y="140"/>
                  </a:cubicBezTo>
                  <a:close/>
                </a:path>
              </a:pathLst>
            </a:custGeom>
            <a:solidFill>
              <a:schemeClr val="accent2"/>
            </a:solid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5" name="Google Shape;25;p2"/>
            <p:cNvSpPr/>
            <p:nvPr/>
          </p:nvSpPr>
          <p:spPr>
            <a:xfrm>
              <a:off x="8621640" y="2691720"/>
              <a:ext cx="458280" cy="419760"/>
            </a:xfrm>
            <a:custGeom>
              <a:avLst/>
              <a:gdLst/>
              <a:ahLst/>
              <a:cxnLst/>
              <a:rect l="l" t="t" r="r" b="b"/>
              <a:pathLst>
                <a:path w="1273" h="1166" extrusionOk="0">
                  <a:moveTo>
                    <a:pt x="1273" y="839"/>
                  </a:moveTo>
                  <a:lnTo>
                    <a:pt x="999" y="1166"/>
                  </a:lnTo>
                  <a:lnTo>
                    <a:pt x="0" y="327"/>
                  </a:lnTo>
                  <a:lnTo>
                    <a:pt x="275" y="0"/>
                  </a:lnTo>
                  <a:lnTo>
                    <a:pt x="1273" y="839"/>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6" name="Google Shape;26;p2"/>
            <p:cNvSpPr/>
            <p:nvPr/>
          </p:nvSpPr>
          <p:spPr>
            <a:xfrm>
              <a:off x="8566920" y="2663640"/>
              <a:ext cx="103680" cy="87480"/>
            </a:xfrm>
            <a:custGeom>
              <a:avLst/>
              <a:gdLst/>
              <a:ahLst/>
              <a:cxnLst/>
              <a:rect l="l" t="t" r="r" b="b"/>
              <a:pathLst>
                <a:path w="288" h="243" extrusionOk="0">
                  <a:moveTo>
                    <a:pt x="0" y="0"/>
                  </a:moveTo>
                  <a:lnTo>
                    <a:pt x="288" y="243"/>
                  </a:lnTo>
                  <a:lnTo>
                    <a:pt x="0" y="0"/>
                  </a:lnTo>
                  <a:close/>
                </a:path>
              </a:pathLst>
            </a:custGeom>
            <a:noFill/>
            <a:ln w="9525" cap="flat" cmpd="sng">
              <a:solidFill>
                <a:schemeClr val="dk1"/>
              </a:solidFill>
              <a:prstDash val="solid"/>
              <a:bevel/>
              <a:headEnd type="none" w="sm" len="sm"/>
              <a:tailEnd type="none" w="sm" len="sm"/>
            </a:ln>
          </p:spPr>
          <p:txBody>
            <a:bodyPr spcFirstLastPara="1" wrap="square" lIns="92875" tIns="39600" rIns="92875" bIns="396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7" name="Google Shape;27;p2"/>
          <p:cNvGrpSpPr/>
          <p:nvPr/>
        </p:nvGrpSpPr>
        <p:grpSpPr>
          <a:xfrm>
            <a:off x="79285" y="1202708"/>
            <a:ext cx="856080" cy="394560"/>
            <a:chOff x="7200360" y="654120"/>
            <a:chExt cx="856080" cy="394560"/>
          </a:xfrm>
        </p:grpSpPr>
        <p:sp>
          <p:nvSpPr>
            <p:cNvPr id="28" name="Google Shape;28;p2"/>
            <p:cNvSpPr/>
            <p:nvPr/>
          </p:nvSpPr>
          <p:spPr>
            <a:xfrm>
              <a:off x="7200360" y="654120"/>
              <a:ext cx="856080" cy="394560"/>
            </a:xfrm>
            <a:custGeom>
              <a:avLst/>
              <a:gdLst/>
              <a:ahLst/>
              <a:cxnLst/>
              <a:rect l="l" t="t" r="r" b="b"/>
              <a:pathLst>
                <a:path w="2378" h="1096" extrusionOk="0">
                  <a:moveTo>
                    <a:pt x="2372" y="1096"/>
                  </a:moveTo>
                  <a:cubicBezTo>
                    <a:pt x="2376" y="1071"/>
                    <a:pt x="2378" y="1047"/>
                    <a:pt x="2378" y="1022"/>
                  </a:cubicBezTo>
                  <a:cubicBezTo>
                    <a:pt x="2378" y="763"/>
                    <a:pt x="2193" y="553"/>
                    <a:pt x="1966" y="553"/>
                  </a:cubicBezTo>
                  <a:cubicBezTo>
                    <a:pt x="1917" y="553"/>
                    <a:pt x="1871" y="563"/>
                    <a:pt x="1827" y="580"/>
                  </a:cubicBezTo>
                  <a:cubicBezTo>
                    <a:pt x="1787" y="252"/>
                    <a:pt x="1540" y="0"/>
                    <a:pt x="1242" y="0"/>
                  </a:cubicBezTo>
                  <a:cubicBezTo>
                    <a:pt x="1014" y="0"/>
                    <a:pt x="816" y="147"/>
                    <a:pt x="717" y="363"/>
                  </a:cubicBezTo>
                  <a:cubicBezTo>
                    <a:pt x="677" y="353"/>
                    <a:pt x="635" y="347"/>
                    <a:pt x="592" y="347"/>
                  </a:cubicBezTo>
                  <a:cubicBezTo>
                    <a:pt x="265" y="347"/>
                    <a:pt x="0" y="649"/>
                    <a:pt x="0" y="1022"/>
                  </a:cubicBezTo>
                  <a:cubicBezTo>
                    <a:pt x="0" y="1047"/>
                    <a:pt x="2" y="1071"/>
                    <a:pt x="4" y="1096"/>
                  </a:cubicBezTo>
                  <a:lnTo>
                    <a:pt x="2372" y="1096"/>
                  </a:lnTo>
                  <a:close/>
                </a:path>
              </a:pathLst>
            </a:custGeom>
            <a:solidFill>
              <a:schemeClr val="dk2"/>
            </a:solid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9" name="Google Shape;29;p2"/>
            <p:cNvSpPr/>
            <p:nvPr/>
          </p:nvSpPr>
          <p:spPr>
            <a:xfrm>
              <a:off x="7201800" y="1048680"/>
              <a:ext cx="852480" cy="0"/>
            </a:xfrm>
            <a:custGeom>
              <a:avLst/>
              <a:gdLst/>
              <a:ahLst/>
              <a:cxnLst/>
              <a:rect l="l" t="t" r="r" b="b"/>
              <a:pathLst>
                <a:path w="2368" h="120000" extrusionOk="0">
                  <a:moveTo>
                    <a:pt x="2368" y="0"/>
                  </a:moveTo>
                  <a:lnTo>
                    <a:pt x="0" y="0"/>
                  </a:lnTo>
                  <a:lnTo>
                    <a:pt x="2368" y="0"/>
                  </a:lnTo>
                  <a:close/>
                </a:path>
              </a:pathLst>
            </a:custGeom>
            <a:solidFill>
              <a:schemeClr val="dk2"/>
            </a:solidFill>
            <a:ln w="9525" cap="flat" cmpd="sng">
              <a:solidFill>
                <a:schemeClr val="dk1"/>
              </a:solidFill>
              <a:prstDash val="solid"/>
              <a:bevel/>
              <a:headEnd type="none" w="sm" len="sm"/>
              <a:tailEnd type="none" w="sm" len="sm"/>
            </a:ln>
          </p:spPr>
          <p:txBody>
            <a:bodyPr spcFirstLastPara="1" wrap="square" lIns="92875" tIns="0" rIns="92875" bIns="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0" name="Google Shape;30;p2"/>
          <p:cNvSpPr/>
          <p:nvPr/>
        </p:nvSpPr>
        <p:spPr>
          <a:xfrm>
            <a:off x="8208625" y="3862985"/>
            <a:ext cx="506880" cy="506880"/>
          </a:xfrm>
          <a:custGeom>
            <a:avLst/>
            <a:gdLst/>
            <a:ahLst/>
            <a:cxnLst/>
            <a:rect l="l" t="t" r="r" b="b"/>
            <a:pathLst>
              <a:path w="1408" h="1408" extrusionOk="0">
                <a:moveTo>
                  <a:pt x="704" y="952"/>
                </a:moveTo>
                <a:cubicBezTo>
                  <a:pt x="568" y="952"/>
                  <a:pt x="457" y="841"/>
                  <a:pt x="457" y="704"/>
                </a:cubicBezTo>
                <a:cubicBezTo>
                  <a:pt x="457" y="568"/>
                  <a:pt x="568" y="456"/>
                  <a:pt x="704" y="456"/>
                </a:cubicBezTo>
                <a:cubicBezTo>
                  <a:pt x="842" y="456"/>
                  <a:pt x="953" y="568"/>
                  <a:pt x="953" y="704"/>
                </a:cubicBezTo>
                <a:cubicBezTo>
                  <a:pt x="953" y="841"/>
                  <a:pt x="842" y="952"/>
                  <a:pt x="704" y="952"/>
                </a:cubicBezTo>
                <a:moveTo>
                  <a:pt x="1408" y="874"/>
                </a:moveTo>
                <a:lnTo>
                  <a:pt x="1408" y="535"/>
                </a:lnTo>
                <a:lnTo>
                  <a:pt x="1267" y="535"/>
                </a:lnTo>
                <a:cubicBezTo>
                  <a:pt x="1255" y="497"/>
                  <a:pt x="1240" y="461"/>
                  <a:pt x="1222" y="427"/>
                </a:cubicBezTo>
                <a:lnTo>
                  <a:pt x="1322" y="326"/>
                </a:lnTo>
                <a:lnTo>
                  <a:pt x="1083" y="87"/>
                </a:lnTo>
                <a:lnTo>
                  <a:pt x="982" y="187"/>
                </a:lnTo>
                <a:cubicBezTo>
                  <a:pt x="948" y="169"/>
                  <a:pt x="912" y="154"/>
                  <a:pt x="874" y="143"/>
                </a:cubicBezTo>
                <a:lnTo>
                  <a:pt x="874" y="0"/>
                </a:lnTo>
                <a:lnTo>
                  <a:pt x="535" y="0"/>
                </a:lnTo>
                <a:lnTo>
                  <a:pt x="535" y="143"/>
                </a:lnTo>
                <a:cubicBezTo>
                  <a:pt x="497" y="154"/>
                  <a:pt x="461" y="169"/>
                  <a:pt x="427" y="187"/>
                </a:cubicBezTo>
                <a:lnTo>
                  <a:pt x="326" y="87"/>
                </a:lnTo>
                <a:lnTo>
                  <a:pt x="87" y="326"/>
                </a:lnTo>
                <a:lnTo>
                  <a:pt x="188" y="427"/>
                </a:lnTo>
                <a:cubicBezTo>
                  <a:pt x="169" y="461"/>
                  <a:pt x="154" y="497"/>
                  <a:pt x="143" y="535"/>
                </a:cubicBezTo>
                <a:lnTo>
                  <a:pt x="0" y="535"/>
                </a:lnTo>
                <a:lnTo>
                  <a:pt x="0" y="874"/>
                </a:lnTo>
                <a:lnTo>
                  <a:pt x="143" y="874"/>
                </a:lnTo>
                <a:cubicBezTo>
                  <a:pt x="154" y="911"/>
                  <a:pt x="169" y="948"/>
                  <a:pt x="188" y="982"/>
                </a:cubicBezTo>
                <a:lnTo>
                  <a:pt x="87" y="1082"/>
                </a:lnTo>
                <a:lnTo>
                  <a:pt x="326" y="1322"/>
                </a:lnTo>
                <a:lnTo>
                  <a:pt x="427" y="1222"/>
                </a:lnTo>
                <a:cubicBezTo>
                  <a:pt x="461" y="1240"/>
                  <a:pt x="497" y="1255"/>
                  <a:pt x="535" y="1266"/>
                </a:cubicBezTo>
                <a:lnTo>
                  <a:pt x="535" y="1408"/>
                </a:lnTo>
                <a:lnTo>
                  <a:pt x="874" y="1408"/>
                </a:lnTo>
                <a:lnTo>
                  <a:pt x="874" y="1266"/>
                </a:lnTo>
                <a:cubicBezTo>
                  <a:pt x="912" y="1255"/>
                  <a:pt x="948" y="1240"/>
                  <a:pt x="982" y="1222"/>
                </a:cubicBezTo>
                <a:lnTo>
                  <a:pt x="1083" y="1322"/>
                </a:lnTo>
                <a:lnTo>
                  <a:pt x="1322" y="1082"/>
                </a:lnTo>
                <a:lnTo>
                  <a:pt x="1222" y="982"/>
                </a:lnTo>
                <a:cubicBezTo>
                  <a:pt x="1240" y="948"/>
                  <a:pt x="1255" y="911"/>
                  <a:pt x="1267" y="874"/>
                </a:cubicBezTo>
                <a:lnTo>
                  <a:pt x="1408" y="874"/>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grpSp>
        <p:nvGrpSpPr>
          <p:cNvPr id="32" name="Google Shape;32;p3"/>
          <p:cNvGrpSpPr/>
          <p:nvPr/>
        </p:nvGrpSpPr>
        <p:grpSpPr>
          <a:xfrm>
            <a:off x="238125" y="238200"/>
            <a:ext cx="8667773" cy="4667101"/>
            <a:chOff x="238125" y="238200"/>
            <a:chExt cx="8667773" cy="4667101"/>
          </a:xfrm>
        </p:grpSpPr>
        <p:sp>
          <p:nvSpPr>
            <p:cNvPr id="33" name="Google Shape;33;p3"/>
            <p:cNvSpPr/>
            <p:nvPr/>
          </p:nvSpPr>
          <p:spPr>
            <a:xfrm>
              <a:off x="238125" y="238200"/>
              <a:ext cx="8667773" cy="4667101"/>
            </a:xfrm>
            <a:custGeom>
              <a:avLst/>
              <a:gdLst/>
              <a:ahLst/>
              <a:cxnLst/>
              <a:rect l="l" t="t" r="r" b="b"/>
              <a:pathLst>
                <a:path w="4122" h="3091" extrusionOk="0">
                  <a:moveTo>
                    <a:pt x="4122" y="3091"/>
                  </a:moveTo>
                  <a:lnTo>
                    <a:pt x="0" y="3091"/>
                  </a:lnTo>
                  <a:lnTo>
                    <a:pt x="0" y="0"/>
                  </a:lnTo>
                  <a:lnTo>
                    <a:pt x="4122" y="0"/>
                  </a:lnTo>
                  <a:lnTo>
                    <a:pt x="4122" y="3091"/>
                  </a:lnTo>
                  <a:close/>
                </a:path>
              </a:pathLst>
            </a:custGeom>
            <a:solidFill>
              <a:schemeClr val="lt2"/>
            </a:solidFill>
            <a:ln w="12600" cap="flat" cmpd="sng">
              <a:solidFill>
                <a:schemeClr val="dk1"/>
              </a:solidFill>
              <a:prstDash val="solid"/>
              <a:bevel/>
              <a:headEnd type="none" w="sm" len="sm"/>
              <a:tailEnd type="none" w="sm" len="sm"/>
            </a:ln>
            <a:effectLst>
              <a:outerShdw dist="114300" dir="3060000" algn="bl" rotWithShape="0">
                <a:schemeClr val="accent5"/>
              </a:outerShdw>
            </a:effectLst>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34;p3"/>
            <p:cNvSpPr/>
            <p:nvPr/>
          </p:nvSpPr>
          <p:spPr>
            <a:xfrm>
              <a:off x="238126" y="691061"/>
              <a:ext cx="8667762" cy="163800"/>
            </a:xfrm>
            <a:custGeom>
              <a:avLst/>
              <a:gdLst/>
              <a:ahLst/>
              <a:cxnLst/>
              <a:rect l="l" t="t" r="r" b="b"/>
              <a:pathLst>
                <a:path w="4122" h="120000" extrusionOk="0">
                  <a:moveTo>
                    <a:pt x="0" y="0"/>
                  </a:moveTo>
                  <a:lnTo>
                    <a:pt x="4122" y="0"/>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5" name="Google Shape;35;p3"/>
            <p:cNvGrpSpPr/>
            <p:nvPr/>
          </p:nvGrpSpPr>
          <p:grpSpPr>
            <a:xfrm>
              <a:off x="397155" y="400429"/>
              <a:ext cx="762108" cy="132273"/>
              <a:chOff x="854747" y="683821"/>
              <a:chExt cx="678575" cy="117775"/>
            </a:xfrm>
          </p:grpSpPr>
          <p:sp>
            <p:nvSpPr>
              <p:cNvPr id="36" name="Google Shape;36;p3"/>
              <p:cNvSpPr/>
              <p:nvPr/>
            </p:nvSpPr>
            <p:spPr>
              <a:xfrm>
                <a:off x="854747" y="683821"/>
                <a:ext cx="117777" cy="117775"/>
              </a:xfrm>
              <a:custGeom>
                <a:avLst/>
                <a:gdLst/>
                <a:ahLst/>
                <a:cxnLst/>
                <a:rect l="l" t="t" r="r" b="b"/>
                <a:pathLst>
                  <a:path w="131" h="131" extrusionOk="0">
                    <a:moveTo>
                      <a:pt x="131" y="65"/>
                    </a:moveTo>
                    <a:cubicBezTo>
                      <a:pt x="131" y="29"/>
                      <a:pt x="101" y="0"/>
                      <a:pt x="66" y="0"/>
                    </a:cubicBezTo>
                    <a:cubicBezTo>
                      <a:pt x="29" y="0"/>
                      <a:pt x="0" y="29"/>
                      <a:pt x="0" y="65"/>
                    </a:cubicBezTo>
                    <a:cubicBezTo>
                      <a:pt x="0" y="102"/>
                      <a:pt x="29" y="131"/>
                      <a:pt x="66" y="131"/>
                    </a:cubicBezTo>
                    <a:cubicBezTo>
                      <a:pt x="101" y="131"/>
                      <a:pt x="131" y="102"/>
                      <a:pt x="131" y="65"/>
                    </a:cubicBezTo>
                    <a:close/>
                  </a:path>
                </a:pathLst>
              </a:custGeom>
              <a:solidFill>
                <a:schemeClr val="accent6"/>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37;p3"/>
              <p:cNvSpPr/>
              <p:nvPr/>
            </p:nvSpPr>
            <p:spPr>
              <a:xfrm>
                <a:off x="1134693" y="683821"/>
                <a:ext cx="117777" cy="117775"/>
              </a:xfrm>
              <a:custGeom>
                <a:avLst/>
                <a:gdLst/>
                <a:ahLst/>
                <a:cxnLst/>
                <a:rect l="l" t="t" r="r" b="b"/>
                <a:pathLst>
                  <a:path w="131" h="131" extrusionOk="0">
                    <a:moveTo>
                      <a:pt x="131" y="65"/>
                    </a:moveTo>
                    <a:cubicBezTo>
                      <a:pt x="131" y="29"/>
                      <a:pt x="102" y="0"/>
                      <a:pt x="66" y="0"/>
                    </a:cubicBezTo>
                    <a:cubicBezTo>
                      <a:pt x="29" y="0"/>
                      <a:pt x="0" y="29"/>
                      <a:pt x="0" y="65"/>
                    </a:cubicBezTo>
                    <a:cubicBezTo>
                      <a:pt x="0" y="102"/>
                      <a:pt x="29" y="131"/>
                      <a:pt x="66" y="131"/>
                    </a:cubicBezTo>
                    <a:cubicBezTo>
                      <a:pt x="102" y="131"/>
                      <a:pt x="131" y="102"/>
                      <a:pt x="131" y="65"/>
                    </a:cubicBezTo>
                    <a:close/>
                  </a:path>
                </a:pathLst>
              </a:custGeom>
              <a:solidFill>
                <a:schemeClr val="accent5"/>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38;p3"/>
              <p:cNvSpPr/>
              <p:nvPr/>
            </p:nvSpPr>
            <p:spPr>
              <a:xfrm>
                <a:off x="1415545" y="683821"/>
                <a:ext cx="117777" cy="117775"/>
              </a:xfrm>
              <a:custGeom>
                <a:avLst/>
                <a:gdLst/>
                <a:ahLst/>
                <a:cxnLst/>
                <a:rect l="l" t="t" r="r" b="b"/>
                <a:pathLst>
                  <a:path w="131" h="131" extrusionOk="0">
                    <a:moveTo>
                      <a:pt x="131" y="65"/>
                    </a:moveTo>
                    <a:cubicBezTo>
                      <a:pt x="131" y="29"/>
                      <a:pt x="101" y="0"/>
                      <a:pt x="65" y="0"/>
                    </a:cubicBezTo>
                    <a:cubicBezTo>
                      <a:pt x="29" y="0"/>
                      <a:pt x="0" y="29"/>
                      <a:pt x="0" y="65"/>
                    </a:cubicBezTo>
                    <a:cubicBezTo>
                      <a:pt x="0" y="102"/>
                      <a:pt x="29" y="131"/>
                      <a:pt x="65" y="131"/>
                    </a:cubicBezTo>
                    <a:cubicBezTo>
                      <a:pt x="101" y="131"/>
                      <a:pt x="131" y="102"/>
                      <a:pt x="131" y="65"/>
                    </a:cubicBezTo>
                    <a:close/>
                  </a:path>
                </a:pathLst>
              </a:custGeom>
              <a:solidFill>
                <a:schemeClr val="accent2"/>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9" name="Google Shape;39;p3"/>
            <p:cNvGrpSpPr/>
            <p:nvPr/>
          </p:nvGrpSpPr>
          <p:grpSpPr>
            <a:xfrm>
              <a:off x="8510002" y="352415"/>
              <a:ext cx="228440" cy="228440"/>
              <a:chOff x="4862880" y="3103920"/>
              <a:chExt cx="708121" cy="708121"/>
            </a:xfrm>
          </p:grpSpPr>
          <p:sp>
            <p:nvSpPr>
              <p:cNvPr id="40" name="Google Shape;40;p3"/>
              <p:cNvSpPr/>
              <p:nvPr/>
            </p:nvSpPr>
            <p:spPr>
              <a:xfrm>
                <a:off x="4862880" y="3103920"/>
                <a:ext cx="708121" cy="708121"/>
              </a:xfrm>
              <a:custGeom>
                <a:avLst/>
                <a:gdLst/>
                <a:ahLst/>
                <a:cxnLst/>
                <a:rect l="l" t="t" r="r" b="b"/>
                <a:pathLst>
                  <a:path w="1968" h="1968" extrusionOk="0">
                    <a:moveTo>
                      <a:pt x="1968" y="0"/>
                    </a:moveTo>
                    <a:lnTo>
                      <a:pt x="0" y="0"/>
                    </a:lnTo>
                    <a:lnTo>
                      <a:pt x="0" y="1968"/>
                    </a:lnTo>
                    <a:lnTo>
                      <a:pt x="1968"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1" name="Google Shape;41;p3"/>
              <p:cNvGrpSpPr/>
              <p:nvPr/>
            </p:nvGrpSpPr>
            <p:grpSpPr>
              <a:xfrm>
                <a:off x="4862880" y="3103920"/>
                <a:ext cx="708121" cy="708121"/>
                <a:chOff x="4862880" y="3103920"/>
                <a:chExt cx="708121" cy="708121"/>
              </a:xfrm>
            </p:grpSpPr>
            <p:sp>
              <p:nvSpPr>
                <p:cNvPr id="42" name="Google Shape;42;p3"/>
                <p:cNvSpPr/>
                <p:nvPr/>
              </p:nvSpPr>
              <p:spPr>
                <a:xfrm>
                  <a:off x="4862880" y="3103920"/>
                  <a:ext cx="708121" cy="708121"/>
                </a:xfrm>
                <a:custGeom>
                  <a:avLst/>
                  <a:gdLst/>
                  <a:ahLst/>
                  <a:cxnLst/>
                  <a:rect l="l" t="t" r="r" b="b"/>
                  <a:pathLst>
                    <a:path w="1968" h="1968" extrusionOk="0">
                      <a:moveTo>
                        <a:pt x="0" y="0"/>
                      </a:moveTo>
                      <a:lnTo>
                        <a:pt x="1968" y="1968"/>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43;p3"/>
                <p:cNvSpPr/>
                <p:nvPr/>
              </p:nvSpPr>
              <p:spPr>
                <a:xfrm>
                  <a:off x="4862880" y="3103920"/>
                  <a:ext cx="708121" cy="708121"/>
                </a:xfrm>
                <a:custGeom>
                  <a:avLst/>
                  <a:gdLst/>
                  <a:ahLst/>
                  <a:cxnLst/>
                  <a:rect l="l" t="t" r="r" b="b"/>
                  <a:pathLst>
                    <a:path w="1968" h="1968" extrusionOk="0">
                      <a:moveTo>
                        <a:pt x="1968" y="0"/>
                      </a:moveTo>
                      <a:lnTo>
                        <a:pt x="0"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sp>
        <p:nvSpPr>
          <p:cNvPr id="44" name="Google Shape;44;p3"/>
          <p:cNvSpPr txBox="1">
            <a:spLocks noGrp="1"/>
          </p:cNvSpPr>
          <p:nvPr>
            <p:ph type="title"/>
          </p:nvPr>
        </p:nvSpPr>
        <p:spPr>
          <a:xfrm>
            <a:off x="4170650" y="2251425"/>
            <a:ext cx="4260300" cy="1593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5" name="Google Shape;45;p3"/>
          <p:cNvSpPr txBox="1">
            <a:spLocks noGrp="1"/>
          </p:cNvSpPr>
          <p:nvPr>
            <p:ph type="title" idx="2" hasCustomPrompt="1"/>
          </p:nvPr>
        </p:nvSpPr>
        <p:spPr>
          <a:xfrm>
            <a:off x="5621006" y="1327650"/>
            <a:ext cx="1359600" cy="662700"/>
          </a:xfrm>
          <a:prstGeom prst="rect">
            <a:avLst/>
          </a:prstGeom>
          <a:solidFill>
            <a:schemeClr val="accent6"/>
          </a:solidFill>
          <a:ln w="9525" cap="flat" cmpd="sng">
            <a:solidFill>
              <a:schemeClr val="dk1"/>
            </a:solidFill>
            <a:prstDash val="solid"/>
            <a:round/>
            <a:headEnd type="none" w="sm" len="sm"/>
            <a:tailEnd type="none" w="sm" len="sm"/>
          </a:ln>
          <a:effectLst>
            <a:outerShdw dist="133350" dir="2460000" algn="bl" rotWithShape="0">
              <a:schemeClr val="accent5"/>
            </a:outerShdw>
          </a:effectLst>
        </p:spPr>
        <p:txBody>
          <a:bodyPr spcFirstLastPara="1" wrap="square" lIns="91425" tIns="91425" rIns="91425" bIns="91425" anchor="ctr" anchorCtr="0">
            <a:noAutofit/>
          </a:bodyPr>
          <a:lstStyle>
            <a:lvl1pPr lvl="0" algn="ctr" rtl="0">
              <a:spcBef>
                <a:spcPts val="0"/>
              </a:spcBef>
              <a:spcAft>
                <a:spcPts val="0"/>
              </a:spcAft>
              <a:buSzPts val="10000"/>
              <a:buNone/>
              <a:defRPr sz="4000"/>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46" name="Google Shape;46;p3"/>
          <p:cNvSpPr txBox="1">
            <a:spLocks noGrp="1"/>
          </p:cNvSpPr>
          <p:nvPr>
            <p:ph type="subTitle" idx="1"/>
          </p:nvPr>
        </p:nvSpPr>
        <p:spPr>
          <a:xfrm>
            <a:off x="4170650" y="3844550"/>
            <a:ext cx="4260300" cy="42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7" name="Google Shape;47;p3"/>
          <p:cNvSpPr>
            <a:spLocks noGrp="1"/>
          </p:cNvSpPr>
          <p:nvPr>
            <p:ph type="pic" idx="3"/>
          </p:nvPr>
        </p:nvSpPr>
        <p:spPr>
          <a:xfrm>
            <a:off x="930600" y="1238875"/>
            <a:ext cx="2477400" cy="3123600"/>
          </a:xfrm>
          <a:prstGeom prst="roundRect">
            <a:avLst>
              <a:gd name="adj" fmla="val 16667"/>
            </a:avLst>
          </a:prstGeom>
          <a:noFill/>
          <a:ln w="9525" cap="flat" cmpd="sng">
            <a:solidFill>
              <a:schemeClr val="dk1"/>
            </a:solidFill>
            <a:prstDash val="solid"/>
            <a:round/>
            <a:headEnd type="none" w="sm" len="sm"/>
            <a:tailEnd type="none" w="sm" len="sm"/>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8"/>
        <p:cNvGrpSpPr/>
        <p:nvPr/>
      </p:nvGrpSpPr>
      <p:grpSpPr>
        <a:xfrm>
          <a:off x="0" y="0"/>
          <a:ext cx="0" cy="0"/>
          <a:chOff x="0" y="0"/>
          <a:chExt cx="0" cy="0"/>
        </a:xfrm>
      </p:grpSpPr>
      <p:grpSp>
        <p:nvGrpSpPr>
          <p:cNvPr id="69" name="Google Shape;69;p5"/>
          <p:cNvGrpSpPr/>
          <p:nvPr/>
        </p:nvGrpSpPr>
        <p:grpSpPr>
          <a:xfrm>
            <a:off x="238125" y="238200"/>
            <a:ext cx="8667773" cy="4667101"/>
            <a:chOff x="238125" y="238200"/>
            <a:chExt cx="8667773" cy="4667101"/>
          </a:xfrm>
        </p:grpSpPr>
        <p:sp>
          <p:nvSpPr>
            <p:cNvPr id="70" name="Google Shape;70;p5"/>
            <p:cNvSpPr/>
            <p:nvPr/>
          </p:nvSpPr>
          <p:spPr>
            <a:xfrm>
              <a:off x="238125" y="238200"/>
              <a:ext cx="8667773" cy="4667101"/>
            </a:xfrm>
            <a:custGeom>
              <a:avLst/>
              <a:gdLst/>
              <a:ahLst/>
              <a:cxnLst/>
              <a:rect l="l" t="t" r="r" b="b"/>
              <a:pathLst>
                <a:path w="4122" h="3091" extrusionOk="0">
                  <a:moveTo>
                    <a:pt x="4122" y="3091"/>
                  </a:moveTo>
                  <a:lnTo>
                    <a:pt x="0" y="3091"/>
                  </a:lnTo>
                  <a:lnTo>
                    <a:pt x="0" y="0"/>
                  </a:lnTo>
                  <a:lnTo>
                    <a:pt x="4122" y="0"/>
                  </a:lnTo>
                  <a:lnTo>
                    <a:pt x="4122" y="3091"/>
                  </a:lnTo>
                  <a:close/>
                </a:path>
              </a:pathLst>
            </a:custGeom>
            <a:solidFill>
              <a:schemeClr val="lt2"/>
            </a:solidFill>
            <a:ln w="12600" cap="flat" cmpd="sng">
              <a:solidFill>
                <a:schemeClr val="dk1"/>
              </a:solidFill>
              <a:prstDash val="solid"/>
              <a:bevel/>
              <a:headEnd type="none" w="sm" len="sm"/>
              <a:tailEnd type="none" w="sm" len="sm"/>
            </a:ln>
            <a:effectLst>
              <a:outerShdw dist="114300" dir="3060000" algn="bl" rotWithShape="0">
                <a:schemeClr val="accent5"/>
              </a:outerShdw>
            </a:effectLst>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 name="Google Shape;71;p5"/>
            <p:cNvSpPr/>
            <p:nvPr/>
          </p:nvSpPr>
          <p:spPr>
            <a:xfrm>
              <a:off x="238126" y="691061"/>
              <a:ext cx="8667762" cy="163800"/>
            </a:xfrm>
            <a:custGeom>
              <a:avLst/>
              <a:gdLst/>
              <a:ahLst/>
              <a:cxnLst/>
              <a:rect l="l" t="t" r="r" b="b"/>
              <a:pathLst>
                <a:path w="4122" h="120000" extrusionOk="0">
                  <a:moveTo>
                    <a:pt x="0" y="0"/>
                  </a:moveTo>
                  <a:lnTo>
                    <a:pt x="4122" y="0"/>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72" name="Google Shape;72;p5"/>
            <p:cNvGrpSpPr/>
            <p:nvPr/>
          </p:nvGrpSpPr>
          <p:grpSpPr>
            <a:xfrm>
              <a:off x="397155" y="400429"/>
              <a:ext cx="762108" cy="132273"/>
              <a:chOff x="854747" y="683821"/>
              <a:chExt cx="678575" cy="117775"/>
            </a:xfrm>
          </p:grpSpPr>
          <p:sp>
            <p:nvSpPr>
              <p:cNvPr id="73" name="Google Shape;73;p5"/>
              <p:cNvSpPr/>
              <p:nvPr/>
            </p:nvSpPr>
            <p:spPr>
              <a:xfrm>
                <a:off x="854747" y="683821"/>
                <a:ext cx="117777" cy="117775"/>
              </a:xfrm>
              <a:custGeom>
                <a:avLst/>
                <a:gdLst/>
                <a:ahLst/>
                <a:cxnLst/>
                <a:rect l="l" t="t" r="r" b="b"/>
                <a:pathLst>
                  <a:path w="131" h="131" extrusionOk="0">
                    <a:moveTo>
                      <a:pt x="131" y="65"/>
                    </a:moveTo>
                    <a:cubicBezTo>
                      <a:pt x="131" y="29"/>
                      <a:pt x="101" y="0"/>
                      <a:pt x="66" y="0"/>
                    </a:cubicBezTo>
                    <a:cubicBezTo>
                      <a:pt x="29" y="0"/>
                      <a:pt x="0" y="29"/>
                      <a:pt x="0" y="65"/>
                    </a:cubicBezTo>
                    <a:cubicBezTo>
                      <a:pt x="0" y="102"/>
                      <a:pt x="29" y="131"/>
                      <a:pt x="66" y="131"/>
                    </a:cubicBezTo>
                    <a:cubicBezTo>
                      <a:pt x="101" y="131"/>
                      <a:pt x="131" y="102"/>
                      <a:pt x="131" y="65"/>
                    </a:cubicBezTo>
                    <a:close/>
                  </a:path>
                </a:pathLst>
              </a:custGeom>
              <a:solidFill>
                <a:schemeClr val="accent6"/>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 name="Google Shape;74;p5"/>
              <p:cNvSpPr/>
              <p:nvPr/>
            </p:nvSpPr>
            <p:spPr>
              <a:xfrm>
                <a:off x="1134693" y="683821"/>
                <a:ext cx="117777" cy="117775"/>
              </a:xfrm>
              <a:custGeom>
                <a:avLst/>
                <a:gdLst/>
                <a:ahLst/>
                <a:cxnLst/>
                <a:rect l="l" t="t" r="r" b="b"/>
                <a:pathLst>
                  <a:path w="131" h="131" extrusionOk="0">
                    <a:moveTo>
                      <a:pt x="131" y="65"/>
                    </a:moveTo>
                    <a:cubicBezTo>
                      <a:pt x="131" y="29"/>
                      <a:pt x="102" y="0"/>
                      <a:pt x="66" y="0"/>
                    </a:cubicBezTo>
                    <a:cubicBezTo>
                      <a:pt x="29" y="0"/>
                      <a:pt x="0" y="29"/>
                      <a:pt x="0" y="65"/>
                    </a:cubicBezTo>
                    <a:cubicBezTo>
                      <a:pt x="0" y="102"/>
                      <a:pt x="29" y="131"/>
                      <a:pt x="66" y="131"/>
                    </a:cubicBezTo>
                    <a:cubicBezTo>
                      <a:pt x="102" y="131"/>
                      <a:pt x="131" y="102"/>
                      <a:pt x="131" y="65"/>
                    </a:cubicBezTo>
                    <a:close/>
                  </a:path>
                </a:pathLst>
              </a:custGeom>
              <a:solidFill>
                <a:schemeClr val="accent5"/>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 name="Google Shape;75;p5"/>
              <p:cNvSpPr/>
              <p:nvPr/>
            </p:nvSpPr>
            <p:spPr>
              <a:xfrm>
                <a:off x="1415545" y="683821"/>
                <a:ext cx="117777" cy="117775"/>
              </a:xfrm>
              <a:custGeom>
                <a:avLst/>
                <a:gdLst/>
                <a:ahLst/>
                <a:cxnLst/>
                <a:rect l="l" t="t" r="r" b="b"/>
                <a:pathLst>
                  <a:path w="131" h="131" extrusionOk="0">
                    <a:moveTo>
                      <a:pt x="131" y="65"/>
                    </a:moveTo>
                    <a:cubicBezTo>
                      <a:pt x="131" y="29"/>
                      <a:pt x="101" y="0"/>
                      <a:pt x="65" y="0"/>
                    </a:cubicBezTo>
                    <a:cubicBezTo>
                      <a:pt x="29" y="0"/>
                      <a:pt x="0" y="29"/>
                      <a:pt x="0" y="65"/>
                    </a:cubicBezTo>
                    <a:cubicBezTo>
                      <a:pt x="0" y="102"/>
                      <a:pt x="29" y="131"/>
                      <a:pt x="65" y="131"/>
                    </a:cubicBezTo>
                    <a:cubicBezTo>
                      <a:pt x="101" y="131"/>
                      <a:pt x="131" y="102"/>
                      <a:pt x="131" y="65"/>
                    </a:cubicBezTo>
                    <a:close/>
                  </a:path>
                </a:pathLst>
              </a:custGeom>
              <a:solidFill>
                <a:schemeClr val="accent2"/>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76" name="Google Shape;76;p5"/>
            <p:cNvGrpSpPr/>
            <p:nvPr/>
          </p:nvGrpSpPr>
          <p:grpSpPr>
            <a:xfrm>
              <a:off x="8510002" y="352415"/>
              <a:ext cx="228440" cy="228440"/>
              <a:chOff x="4862880" y="3103920"/>
              <a:chExt cx="708121" cy="708121"/>
            </a:xfrm>
          </p:grpSpPr>
          <p:sp>
            <p:nvSpPr>
              <p:cNvPr id="77" name="Google Shape;77;p5"/>
              <p:cNvSpPr/>
              <p:nvPr/>
            </p:nvSpPr>
            <p:spPr>
              <a:xfrm>
                <a:off x="4862880" y="3103920"/>
                <a:ext cx="708121" cy="708121"/>
              </a:xfrm>
              <a:custGeom>
                <a:avLst/>
                <a:gdLst/>
                <a:ahLst/>
                <a:cxnLst/>
                <a:rect l="l" t="t" r="r" b="b"/>
                <a:pathLst>
                  <a:path w="1968" h="1968" extrusionOk="0">
                    <a:moveTo>
                      <a:pt x="1968" y="0"/>
                    </a:moveTo>
                    <a:lnTo>
                      <a:pt x="0" y="0"/>
                    </a:lnTo>
                    <a:lnTo>
                      <a:pt x="0" y="1968"/>
                    </a:lnTo>
                    <a:lnTo>
                      <a:pt x="1968"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78" name="Google Shape;78;p5"/>
              <p:cNvGrpSpPr/>
              <p:nvPr/>
            </p:nvGrpSpPr>
            <p:grpSpPr>
              <a:xfrm>
                <a:off x="4862880" y="3103920"/>
                <a:ext cx="708121" cy="708121"/>
                <a:chOff x="4862880" y="3103920"/>
                <a:chExt cx="708121" cy="708121"/>
              </a:xfrm>
            </p:grpSpPr>
            <p:sp>
              <p:nvSpPr>
                <p:cNvPr id="79" name="Google Shape;79;p5"/>
                <p:cNvSpPr/>
                <p:nvPr/>
              </p:nvSpPr>
              <p:spPr>
                <a:xfrm>
                  <a:off x="4862880" y="3103920"/>
                  <a:ext cx="708121" cy="708121"/>
                </a:xfrm>
                <a:custGeom>
                  <a:avLst/>
                  <a:gdLst/>
                  <a:ahLst/>
                  <a:cxnLst/>
                  <a:rect l="l" t="t" r="r" b="b"/>
                  <a:pathLst>
                    <a:path w="1968" h="1968" extrusionOk="0">
                      <a:moveTo>
                        <a:pt x="0" y="0"/>
                      </a:moveTo>
                      <a:lnTo>
                        <a:pt x="1968" y="1968"/>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 name="Google Shape;80;p5"/>
                <p:cNvSpPr/>
                <p:nvPr/>
              </p:nvSpPr>
              <p:spPr>
                <a:xfrm>
                  <a:off x="4862880" y="3103920"/>
                  <a:ext cx="708121" cy="708121"/>
                </a:xfrm>
                <a:custGeom>
                  <a:avLst/>
                  <a:gdLst/>
                  <a:ahLst/>
                  <a:cxnLst/>
                  <a:rect l="l" t="t" r="r" b="b"/>
                  <a:pathLst>
                    <a:path w="1968" h="1968" extrusionOk="0">
                      <a:moveTo>
                        <a:pt x="1968" y="0"/>
                      </a:moveTo>
                      <a:lnTo>
                        <a:pt x="0"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sp>
        <p:nvSpPr>
          <p:cNvPr id="81" name="Google Shape;81;p5"/>
          <p:cNvSpPr txBox="1">
            <a:spLocks noGrp="1"/>
          </p:cNvSpPr>
          <p:nvPr>
            <p:ph type="title"/>
          </p:nvPr>
        </p:nvSpPr>
        <p:spPr>
          <a:xfrm>
            <a:off x="720000" y="676656"/>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2" name="Google Shape;82;p5"/>
          <p:cNvSpPr txBox="1">
            <a:spLocks noGrp="1"/>
          </p:cNvSpPr>
          <p:nvPr>
            <p:ph type="title" idx="2"/>
          </p:nvPr>
        </p:nvSpPr>
        <p:spPr>
          <a:xfrm>
            <a:off x="720000" y="2030175"/>
            <a:ext cx="3522300" cy="39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1800"/>
              <a:buNone/>
              <a:defRPr sz="1800"/>
            </a:lvl1pPr>
            <a:lvl2pPr lvl="1" algn="ctr">
              <a:spcBef>
                <a:spcPts val="0"/>
              </a:spcBef>
              <a:spcAft>
                <a:spcPts val="0"/>
              </a:spcAft>
              <a:buSzPts val="1800"/>
              <a:buFont typeface="Libre Franklin"/>
              <a:buNone/>
              <a:defRPr sz="1800">
                <a:latin typeface="Libre Franklin"/>
                <a:ea typeface="Libre Franklin"/>
                <a:cs typeface="Libre Franklin"/>
                <a:sym typeface="Libre Franklin"/>
              </a:defRPr>
            </a:lvl2pPr>
            <a:lvl3pPr lvl="2" algn="ctr">
              <a:spcBef>
                <a:spcPts val="0"/>
              </a:spcBef>
              <a:spcAft>
                <a:spcPts val="0"/>
              </a:spcAft>
              <a:buSzPts val="1800"/>
              <a:buFont typeface="Libre Franklin"/>
              <a:buNone/>
              <a:defRPr sz="1800">
                <a:latin typeface="Libre Franklin"/>
                <a:ea typeface="Libre Franklin"/>
                <a:cs typeface="Libre Franklin"/>
                <a:sym typeface="Libre Franklin"/>
              </a:defRPr>
            </a:lvl3pPr>
            <a:lvl4pPr lvl="3" algn="ctr">
              <a:spcBef>
                <a:spcPts val="0"/>
              </a:spcBef>
              <a:spcAft>
                <a:spcPts val="0"/>
              </a:spcAft>
              <a:buSzPts val="1800"/>
              <a:buFont typeface="Libre Franklin"/>
              <a:buNone/>
              <a:defRPr sz="1800">
                <a:latin typeface="Libre Franklin"/>
                <a:ea typeface="Libre Franklin"/>
                <a:cs typeface="Libre Franklin"/>
                <a:sym typeface="Libre Franklin"/>
              </a:defRPr>
            </a:lvl4pPr>
            <a:lvl5pPr lvl="4" algn="ctr">
              <a:spcBef>
                <a:spcPts val="0"/>
              </a:spcBef>
              <a:spcAft>
                <a:spcPts val="0"/>
              </a:spcAft>
              <a:buSzPts val="1800"/>
              <a:buFont typeface="Libre Franklin"/>
              <a:buNone/>
              <a:defRPr sz="1800">
                <a:latin typeface="Libre Franklin"/>
                <a:ea typeface="Libre Franklin"/>
                <a:cs typeface="Libre Franklin"/>
                <a:sym typeface="Libre Franklin"/>
              </a:defRPr>
            </a:lvl5pPr>
            <a:lvl6pPr lvl="5" algn="ctr">
              <a:spcBef>
                <a:spcPts val="0"/>
              </a:spcBef>
              <a:spcAft>
                <a:spcPts val="0"/>
              </a:spcAft>
              <a:buSzPts val="1800"/>
              <a:buFont typeface="Libre Franklin"/>
              <a:buNone/>
              <a:defRPr sz="1800">
                <a:latin typeface="Libre Franklin"/>
                <a:ea typeface="Libre Franklin"/>
                <a:cs typeface="Libre Franklin"/>
                <a:sym typeface="Libre Franklin"/>
              </a:defRPr>
            </a:lvl6pPr>
            <a:lvl7pPr lvl="6" algn="ctr">
              <a:spcBef>
                <a:spcPts val="0"/>
              </a:spcBef>
              <a:spcAft>
                <a:spcPts val="0"/>
              </a:spcAft>
              <a:buSzPts val="1800"/>
              <a:buFont typeface="Libre Franklin"/>
              <a:buNone/>
              <a:defRPr sz="1800">
                <a:latin typeface="Libre Franklin"/>
                <a:ea typeface="Libre Franklin"/>
                <a:cs typeface="Libre Franklin"/>
                <a:sym typeface="Libre Franklin"/>
              </a:defRPr>
            </a:lvl7pPr>
            <a:lvl8pPr lvl="7" algn="ctr">
              <a:spcBef>
                <a:spcPts val="0"/>
              </a:spcBef>
              <a:spcAft>
                <a:spcPts val="0"/>
              </a:spcAft>
              <a:buSzPts val="1800"/>
              <a:buFont typeface="Libre Franklin"/>
              <a:buNone/>
              <a:defRPr sz="1800">
                <a:latin typeface="Libre Franklin"/>
                <a:ea typeface="Libre Franklin"/>
                <a:cs typeface="Libre Franklin"/>
                <a:sym typeface="Libre Franklin"/>
              </a:defRPr>
            </a:lvl8pPr>
            <a:lvl9pPr lvl="8" algn="ctr">
              <a:spcBef>
                <a:spcPts val="0"/>
              </a:spcBef>
              <a:spcAft>
                <a:spcPts val="0"/>
              </a:spcAft>
              <a:buSzPts val="1800"/>
              <a:buFont typeface="Libre Franklin"/>
              <a:buNone/>
              <a:defRPr sz="1800">
                <a:latin typeface="Libre Franklin"/>
                <a:ea typeface="Libre Franklin"/>
                <a:cs typeface="Libre Franklin"/>
                <a:sym typeface="Libre Franklin"/>
              </a:defRPr>
            </a:lvl9pPr>
          </a:lstStyle>
          <a:p>
            <a:endParaRPr/>
          </a:p>
        </p:txBody>
      </p:sp>
      <p:sp>
        <p:nvSpPr>
          <p:cNvPr id="83" name="Google Shape;83;p5"/>
          <p:cNvSpPr txBox="1">
            <a:spLocks noGrp="1"/>
          </p:cNvSpPr>
          <p:nvPr>
            <p:ph type="title" idx="3"/>
          </p:nvPr>
        </p:nvSpPr>
        <p:spPr>
          <a:xfrm>
            <a:off x="4901688" y="2030175"/>
            <a:ext cx="35223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Font typeface="Libre Franklin"/>
              <a:buNone/>
              <a:defRPr sz="1800">
                <a:latin typeface="Libre Franklin"/>
                <a:ea typeface="Libre Franklin"/>
                <a:cs typeface="Libre Franklin"/>
                <a:sym typeface="Libre Franklin"/>
              </a:defRPr>
            </a:lvl2pPr>
            <a:lvl3pPr lvl="2" algn="ctr" rtl="0">
              <a:spcBef>
                <a:spcPts val="0"/>
              </a:spcBef>
              <a:spcAft>
                <a:spcPts val="0"/>
              </a:spcAft>
              <a:buSzPts val="1800"/>
              <a:buFont typeface="Libre Franklin"/>
              <a:buNone/>
              <a:defRPr sz="1800">
                <a:latin typeface="Libre Franklin"/>
                <a:ea typeface="Libre Franklin"/>
                <a:cs typeface="Libre Franklin"/>
                <a:sym typeface="Libre Franklin"/>
              </a:defRPr>
            </a:lvl3pPr>
            <a:lvl4pPr lvl="3" algn="ctr" rtl="0">
              <a:spcBef>
                <a:spcPts val="0"/>
              </a:spcBef>
              <a:spcAft>
                <a:spcPts val="0"/>
              </a:spcAft>
              <a:buSzPts val="1800"/>
              <a:buFont typeface="Libre Franklin"/>
              <a:buNone/>
              <a:defRPr sz="1800">
                <a:latin typeface="Libre Franklin"/>
                <a:ea typeface="Libre Franklin"/>
                <a:cs typeface="Libre Franklin"/>
                <a:sym typeface="Libre Franklin"/>
              </a:defRPr>
            </a:lvl4pPr>
            <a:lvl5pPr lvl="4" algn="ctr" rtl="0">
              <a:spcBef>
                <a:spcPts val="0"/>
              </a:spcBef>
              <a:spcAft>
                <a:spcPts val="0"/>
              </a:spcAft>
              <a:buSzPts val="1800"/>
              <a:buFont typeface="Libre Franklin"/>
              <a:buNone/>
              <a:defRPr sz="1800">
                <a:latin typeface="Libre Franklin"/>
                <a:ea typeface="Libre Franklin"/>
                <a:cs typeface="Libre Franklin"/>
                <a:sym typeface="Libre Franklin"/>
              </a:defRPr>
            </a:lvl5pPr>
            <a:lvl6pPr lvl="5" algn="ctr" rtl="0">
              <a:spcBef>
                <a:spcPts val="0"/>
              </a:spcBef>
              <a:spcAft>
                <a:spcPts val="0"/>
              </a:spcAft>
              <a:buSzPts val="1800"/>
              <a:buFont typeface="Libre Franklin"/>
              <a:buNone/>
              <a:defRPr sz="1800">
                <a:latin typeface="Libre Franklin"/>
                <a:ea typeface="Libre Franklin"/>
                <a:cs typeface="Libre Franklin"/>
                <a:sym typeface="Libre Franklin"/>
              </a:defRPr>
            </a:lvl6pPr>
            <a:lvl7pPr lvl="6" algn="ctr" rtl="0">
              <a:spcBef>
                <a:spcPts val="0"/>
              </a:spcBef>
              <a:spcAft>
                <a:spcPts val="0"/>
              </a:spcAft>
              <a:buSzPts val="1800"/>
              <a:buFont typeface="Libre Franklin"/>
              <a:buNone/>
              <a:defRPr sz="1800">
                <a:latin typeface="Libre Franklin"/>
                <a:ea typeface="Libre Franklin"/>
                <a:cs typeface="Libre Franklin"/>
                <a:sym typeface="Libre Franklin"/>
              </a:defRPr>
            </a:lvl7pPr>
            <a:lvl8pPr lvl="7" algn="ctr" rtl="0">
              <a:spcBef>
                <a:spcPts val="0"/>
              </a:spcBef>
              <a:spcAft>
                <a:spcPts val="0"/>
              </a:spcAft>
              <a:buSzPts val="1800"/>
              <a:buFont typeface="Libre Franklin"/>
              <a:buNone/>
              <a:defRPr sz="1800">
                <a:latin typeface="Libre Franklin"/>
                <a:ea typeface="Libre Franklin"/>
                <a:cs typeface="Libre Franklin"/>
                <a:sym typeface="Libre Franklin"/>
              </a:defRPr>
            </a:lvl8pPr>
            <a:lvl9pPr lvl="8" algn="ctr" rtl="0">
              <a:spcBef>
                <a:spcPts val="0"/>
              </a:spcBef>
              <a:spcAft>
                <a:spcPts val="0"/>
              </a:spcAft>
              <a:buSzPts val="1800"/>
              <a:buFont typeface="Libre Franklin"/>
              <a:buNone/>
              <a:defRPr sz="1800">
                <a:latin typeface="Libre Franklin"/>
                <a:ea typeface="Libre Franklin"/>
                <a:cs typeface="Libre Franklin"/>
                <a:sym typeface="Libre Franklin"/>
              </a:defRPr>
            </a:lvl9pPr>
          </a:lstStyle>
          <a:p>
            <a:endParaRPr/>
          </a:p>
        </p:txBody>
      </p:sp>
      <p:sp>
        <p:nvSpPr>
          <p:cNvPr id="84" name="Google Shape;84;p5"/>
          <p:cNvSpPr txBox="1">
            <a:spLocks noGrp="1"/>
          </p:cNvSpPr>
          <p:nvPr>
            <p:ph type="subTitle" idx="1"/>
          </p:nvPr>
        </p:nvSpPr>
        <p:spPr>
          <a:xfrm>
            <a:off x="720000" y="2747400"/>
            <a:ext cx="3522300" cy="1404000"/>
          </a:xfrm>
          <a:prstGeom prst="rect">
            <a:avLst/>
          </a:prstGeom>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Font typeface="Arial" panose="020B0604020202020204"/>
              <a:buChar char="•"/>
              <a:defRPr/>
            </a:lvl1pPr>
            <a:lvl2pPr lvl="1" algn="ctr">
              <a:spcBef>
                <a:spcPts val="0"/>
              </a:spcBef>
              <a:spcAft>
                <a:spcPts val="0"/>
              </a:spcAft>
              <a:buClr>
                <a:schemeClr val="dk1"/>
              </a:buClr>
              <a:buSzPts val="1200"/>
              <a:buFont typeface="Arial" panose="020B0604020202020204"/>
              <a:buChar char="○"/>
              <a:defRPr/>
            </a:lvl2pPr>
            <a:lvl3pPr lvl="2" algn="ctr">
              <a:spcBef>
                <a:spcPts val="0"/>
              </a:spcBef>
              <a:spcAft>
                <a:spcPts val="0"/>
              </a:spcAft>
              <a:buClr>
                <a:schemeClr val="dk1"/>
              </a:buClr>
              <a:buSzPts val="1200"/>
              <a:buFont typeface="Arial" panose="020B0604020202020204"/>
              <a:buChar char="■"/>
              <a:defRPr/>
            </a:lvl3pPr>
            <a:lvl4pPr lvl="3" algn="ctr">
              <a:spcBef>
                <a:spcPts val="0"/>
              </a:spcBef>
              <a:spcAft>
                <a:spcPts val="0"/>
              </a:spcAft>
              <a:buClr>
                <a:schemeClr val="dk1"/>
              </a:buClr>
              <a:buSzPts val="1200"/>
              <a:buFont typeface="Arial" panose="020B0604020202020204"/>
              <a:buChar char="●"/>
              <a:defRPr/>
            </a:lvl4pPr>
            <a:lvl5pPr lvl="4" algn="ctr">
              <a:spcBef>
                <a:spcPts val="0"/>
              </a:spcBef>
              <a:spcAft>
                <a:spcPts val="0"/>
              </a:spcAft>
              <a:buClr>
                <a:schemeClr val="dk1"/>
              </a:buClr>
              <a:buSzPts val="1200"/>
              <a:buFont typeface="Arial" panose="020B0604020202020204"/>
              <a:buChar char="○"/>
              <a:defRPr/>
            </a:lvl5pPr>
            <a:lvl6pPr lvl="5" algn="ctr">
              <a:spcBef>
                <a:spcPts val="0"/>
              </a:spcBef>
              <a:spcAft>
                <a:spcPts val="0"/>
              </a:spcAft>
              <a:buClr>
                <a:schemeClr val="dk1"/>
              </a:buClr>
              <a:buSzPts val="1200"/>
              <a:buFont typeface="Arial" panose="020B0604020202020204"/>
              <a:buChar char="■"/>
              <a:defRPr/>
            </a:lvl6pPr>
            <a:lvl7pPr lvl="6" algn="ctr">
              <a:spcBef>
                <a:spcPts val="0"/>
              </a:spcBef>
              <a:spcAft>
                <a:spcPts val="0"/>
              </a:spcAft>
              <a:buClr>
                <a:schemeClr val="dk1"/>
              </a:buClr>
              <a:buSzPts val="1200"/>
              <a:buFont typeface="Arial" panose="020B0604020202020204"/>
              <a:buChar char="●"/>
              <a:defRPr/>
            </a:lvl7pPr>
            <a:lvl8pPr lvl="7" algn="ctr">
              <a:spcBef>
                <a:spcPts val="0"/>
              </a:spcBef>
              <a:spcAft>
                <a:spcPts val="0"/>
              </a:spcAft>
              <a:buClr>
                <a:schemeClr val="dk1"/>
              </a:buClr>
              <a:buSzPts val="1200"/>
              <a:buFont typeface="Arial" panose="020B0604020202020204"/>
              <a:buChar char="○"/>
              <a:defRPr/>
            </a:lvl8pPr>
            <a:lvl9pPr lvl="8" algn="ctr">
              <a:spcBef>
                <a:spcPts val="0"/>
              </a:spcBef>
              <a:spcAft>
                <a:spcPts val="0"/>
              </a:spcAft>
              <a:buClr>
                <a:schemeClr val="dk1"/>
              </a:buClr>
              <a:buSzPts val="1200"/>
              <a:buFont typeface="Arial" panose="020B0604020202020204"/>
              <a:buChar char="■"/>
              <a:defRPr/>
            </a:lvl9pPr>
          </a:lstStyle>
          <a:p>
            <a:endParaRPr/>
          </a:p>
        </p:txBody>
      </p:sp>
      <p:sp>
        <p:nvSpPr>
          <p:cNvPr id="85" name="Google Shape;85;p5"/>
          <p:cNvSpPr txBox="1">
            <a:spLocks noGrp="1"/>
          </p:cNvSpPr>
          <p:nvPr>
            <p:ph type="subTitle" idx="4"/>
          </p:nvPr>
        </p:nvSpPr>
        <p:spPr>
          <a:xfrm>
            <a:off x="4901700" y="2747400"/>
            <a:ext cx="3522300" cy="14040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Arial" panose="020B0604020202020204"/>
              <a:buChar char="•"/>
              <a:defRPr/>
            </a:lvl1pPr>
            <a:lvl2pPr lvl="1" algn="ctr" rtl="0">
              <a:spcBef>
                <a:spcPts val="0"/>
              </a:spcBef>
              <a:spcAft>
                <a:spcPts val="0"/>
              </a:spcAft>
              <a:buClr>
                <a:schemeClr val="dk1"/>
              </a:buClr>
              <a:buSzPts val="1200"/>
              <a:buFont typeface="Arial" panose="020B0604020202020204"/>
              <a:buChar char="○"/>
              <a:defRPr/>
            </a:lvl2pPr>
            <a:lvl3pPr lvl="2" algn="ctr" rtl="0">
              <a:spcBef>
                <a:spcPts val="0"/>
              </a:spcBef>
              <a:spcAft>
                <a:spcPts val="0"/>
              </a:spcAft>
              <a:buClr>
                <a:schemeClr val="dk1"/>
              </a:buClr>
              <a:buSzPts val="1200"/>
              <a:buFont typeface="Arial" panose="020B0604020202020204"/>
              <a:buChar char="■"/>
              <a:defRPr/>
            </a:lvl3pPr>
            <a:lvl4pPr lvl="3" algn="ctr" rtl="0">
              <a:spcBef>
                <a:spcPts val="0"/>
              </a:spcBef>
              <a:spcAft>
                <a:spcPts val="0"/>
              </a:spcAft>
              <a:buClr>
                <a:schemeClr val="dk1"/>
              </a:buClr>
              <a:buSzPts val="1200"/>
              <a:buFont typeface="Arial" panose="020B0604020202020204"/>
              <a:buChar char="●"/>
              <a:defRPr/>
            </a:lvl4pPr>
            <a:lvl5pPr lvl="4" algn="ctr" rtl="0">
              <a:spcBef>
                <a:spcPts val="0"/>
              </a:spcBef>
              <a:spcAft>
                <a:spcPts val="0"/>
              </a:spcAft>
              <a:buClr>
                <a:schemeClr val="dk1"/>
              </a:buClr>
              <a:buSzPts val="1200"/>
              <a:buFont typeface="Arial" panose="020B0604020202020204"/>
              <a:buChar char="○"/>
              <a:defRPr/>
            </a:lvl5pPr>
            <a:lvl6pPr lvl="5" algn="ctr" rtl="0">
              <a:spcBef>
                <a:spcPts val="0"/>
              </a:spcBef>
              <a:spcAft>
                <a:spcPts val="0"/>
              </a:spcAft>
              <a:buClr>
                <a:schemeClr val="dk1"/>
              </a:buClr>
              <a:buSzPts val="1200"/>
              <a:buFont typeface="Arial" panose="020B0604020202020204"/>
              <a:buChar char="■"/>
              <a:defRPr/>
            </a:lvl6pPr>
            <a:lvl7pPr lvl="6" algn="ctr" rtl="0">
              <a:spcBef>
                <a:spcPts val="0"/>
              </a:spcBef>
              <a:spcAft>
                <a:spcPts val="0"/>
              </a:spcAft>
              <a:buClr>
                <a:schemeClr val="dk1"/>
              </a:buClr>
              <a:buSzPts val="1200"/>
              <a:buFont typeface="Arial" panose="020B0604020202020204"/>
              <a:buChar char="●"/>
              <a:defRPr/>
            </a:lvl7pPr>
            <a:lvl8pPr lvl="7" algn="ctr" rtl="0">
              <a:spcBef>
                <a:spcPts val="0"/>
              </a:spcBef>
              <a:spcAft>
                <a:spcPts val="0"/>
              </a:spcAft>
              <a:buClr>
                <a:schemeClr val="dk1"/>
              </a:buClr>
              <a:buSzPts val="1200"/>
              <a:buFont typeface="Arial" panose="020B0604020202020204"/>
              <a:buChar char="○"/>
              <a:defRPr/>
            </a:lvl8pPr>
            <a:lvl9pPr lvl="8" algn="ctr" rtl="0">
              <a:spcBef>
                <a:spcPts val="0"/>
              </a:spcBef>
              <a:spcAft>
                <a:spcPts val="0"/>
              </a:spcAft>
              <a:buClr>
                <a:schemeClr val="dk1"/>
              </a:buClr>
              <a:buSzPts val="1200"/>
              <a:buFont typeface="Arial" panose="020B0604020202020204"/>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8"/>
        <p:cNvGrpSpPr/>
        <p:nvPr/>
      </p:nvGrpSpPr>
      <p:grpSpPr>
        <a:xfrm>
          <a:off x="0" y="0"/>
          <a:ext cx="0" cy="0"/>
          <a:chOff x="0" y="0"/>
          <a:chExt cx="0" cy="0"/>
        </a:xfrm>
      </p:grpSpPr>
      <p:grpSp>
        <p:nvGrpSpPr>
          <p:cNvPr id="149" name="Google Shape;149;p9"/>
          <p:cNvGrpSpPr/>
          <p:nvPr/>
        </p:nvGrpSpPr>
        <p:grpSpPr>
          <a:xfrm>
            <a:off x="238125" y="238200"/>
            <a:ext cx="8667773" cy="4667101"/>
            <a:chOff x="238125" y="238200"/>
            <a:chExt cx="8667773" cy="4667101"/>
          </a:xfrm>
        </p:grpSpPr>
        <p:sp>
          <p:nvSpPr>
            <p:cNvPr id="150" name="Google Shape;150;p9"/>
            <p:cNvSpPr/>
            <p:nvPr/>
          </p:nvSpPr>
          <p:spPr>
            <a:xfrm>
              <a:off x="238125" y="238200"/>
              <a:ext cx="8667773" cy="4667101"/>
            </a:xfrm>
            <a:custGeom>
              <a:avLst/>
              <a:gdLst/>
              <a:ahLst/>
              <a:cxnLst/>
              <a:rect l="l" t="t" r="r" b="b"/>
              <a:pathLst>
                <a:path w="4122" h="3091" extrusionOk="0">
                  <a:moveTo>
                    <a:pt x="4122" y="3091"/>
                  </a:moveTo>
                  <a:lnTo>
                    <a:pt x="0" y="3091"/>
                  </a:lnTo>
                  <a:lnTo>
                    <a:pt x="0" y="0"/>
                  </a:lnTo>
                  <a:lnTo>
                    <a:pt x="4122" y="0"/>
                  </a:lnTo>
                  <a:lnTo>
                    <a:pt x="4122" y="3091"/>
                  </a:lnTo>
                  <a:close/>
                </a:path>
              </a:pathLst>
            </a:custGeom>
            <a:solidFill>
              <a:schemeClr val="lt2"/>
            </a:solidFill>
            <a:ln w="12600" cap="flat" cmpd="sng">
              <a:solidFill>
                <a:schemeClr val="dk1"/>
              </a:solidFill>
              <a:prstDash val="solid"/>
              <a:bevel/>
              <a:headEnd type="none" w="sm" len="sm"/>
              <a:tailEnd type="none" w="sm" len="sm"/>
            </a:ln>
            <a:effectLst>
              <a:outerShdw dist="114300" dir="3060000" algn="bl" rotWithShape="0">
                <a:schemeClr val="accent5"/>
              </a:outerShdw>
            </a:effectLst>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 name="Google Shape;151;p9"/>
            <p:cNvSpPr/>
            <p:nvPr/>
          </p:nvSpPr>
          <p:spPr>
            <a:xfrm>
              <a:off x="238126" y="691061"/>
              <a:ext cx="8667762" cy="163800"/>
            </a:xfrm>
            <a:custGeom>
              <a:avLst/>
              <a:gdLst/>
              <a:ahLst/>
              <a:cxnLst/>
              <a:rect l="l" t="t" r="r" b="b"/>
              <a:pathLst>
                <a:path w="4122" h="120000" extrusionOk="0">
                  <a:moveTo>
                    <a:pt x="0" y="0"/>
                  </a:moveTo>
                  <a:lnTo>
                    <a:pt x="4122" y="0"/>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52" name="Google Shape;152;p9"/>
            <p:cNvGrpSpPr/>
            <p:nvPr/>
          </p:nvGrpSpPr>
          <p:grpSpPr>
            <a:xfrm>
              <a:off x="397155" y="400429"/>
              <a:ext cx="762108" cy="132273"/>
              <a:chOff x="854747" y="683821"/>
              <a:chExt cx="678575" cy="117775"/>
            </a:xfrm>
          </p:grpSpPr>
          <p:sp>
            <p:nvSpPr>
              <p:cNvPr id="153" name="Google Shape;153;p9"/>
              <p:cNvSpPr/>
              <p:nvPr/>
            </p:nvSpPr>
            <p:spPr>
              <a:xfrm>
                <a:off x="854747" y="683821"/>
                <a:ext cx="117777" cy="117775"/>
              </a:xfrm>
              <a:custGeom>
                <a:avLst/>
                <a:gdLst/>
                <a:ahLst/>
                <a:cxnLst/>
                <a:rect l="l" t="t" r="r" b="b"/>
                <a:pathLst>
                  <a:path w="131" h="131" extrusionOk="0">
                    <a:moveTo>
                      <a:pt x="131" y="65"/>
                    </a:moveTo>
                    <a:cubicBezTo>
                      <a:pt x="131" y="29"/>
                      <a:pt x="101" y="0"/>
                      <a:pt x="66" y="0"/>
                    </a:cubicBezTo>
                    <a:cubicBezTo>
                      <a:pt x="29" y="0"/>
                      <a:pt x="0" y="29"/>
                      <a:pt x="0" y="65"/>
                    </a:cubicBezTo>
                    <a:cubicBezTo>
                      <a:pt x="0" y="102"/>
                      <a:pt x="29" y="131"/>
                      <a:pt x="66" y="131"/>
                    </a:cubicBezTo>
                    <a:cubicBezTo>
                      <a:pt x="101" y="131"/>
                      <a:pt x="131" y="102"/>
                      <a:pt x="131" y="65"/>
                    </a:cubicBezTo>
                    <a:close/>
                  </a:path>
                </a:pathLst>
              </a:custGeom>
              <a:solidFill>
                <a:schemeClr val="accent6"/>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 name="Google Shape;154;p9"/>
              <p:cNvSpPr/>
              <p:nvPr/>
            </p:nvSpPr>
            <p:spPr>
              <a:xfrm>
                <a:off x="1134693" y="683821"/>
                <a:ext cx="117777" cy="117775"/>
              </a:xfrm>
              <a:custGeom>
                <a:avLst/>
                <a:gdLst/>
                <a:ahLst/>
                <a:cxnLst/>
                <a:rect l="l" t="t" r="r" b="b"/>
                <a:pathLst>
                  <a:path w="131" h="131" extrusionOk="0">
                    <a:moveTo>
                      <a:pt x="131" y="65"/>
                    </a:moveTo>
                    <a:cubicBezTo>
                      <a:pt x="131" y="29"/>
                      <a:pt x="102" y="0"/>
                      <a:pt x="66" y="0"/>
                    </a:cubicBezTo>
                    <a:cubicBezTo>
                      <a:pt x="29" y="0"/>
                      <a:pt x="0" y="29"/>
                      <a:pt x="0" y="65"/>
                    </a:cubicBezTo>
                    <a:cubicBezTo>
                      <a:pt x="0" y="102"/>
                      <a:pt x="29" y="131"/>
                      <a:pt x="66" y="131"/>
                    </a:cubicBezTo>
                    <a:cubicBezTo>
                      <a:pt x="102" y="131"/>
                      <a:pt x="131" y="102"/>
                      <a:pt x="131" y="65"/>
                    </a:cubicBezTo>
                    <a:close/>
                  </a:path>
                </a:pathLst>
              </a:custGeom>
              <a:solidFill>
                <a:schemeClr val="accent5"/>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 name="Google Shape;155;p9"/>
              <p:cNvSpPr/>
              <p:nvPr/>
            </p:nvSpPr>
            <p:spPr>
              <a:xfrm>
                <a:off x="1415545" y="683821"/>
                <a:ext cx="117777" cy="117775"/>
              </a:xfrm>
              <a:custGeom>
                <a:avLst/>
                <a:gdLst/>
                <a:ahLst/>
                <a:cxnLst/>
                <a:rect l="l" t="t" r="r" b="b"/>
                <a:pathLst>
                  <a:path w="131" h="131" extrusionOk="0">
                    <a:moveTo>
                      <a:pt x="131" y="65"/>
                    </a:moveTo>
                    <a:cubicBezTo>
                      <a:pt x="131" y="29"/>
                      <a:pt x="101" y="0"/>
                      <a:pt x="65" y="0"/>
                    </a:cubicBezTo>
                    <a:cubicBezTo>
                      <a:pt x="29" y="0"/>
                      <a:pt x="0" y="29"/>
                      <a:pt x="0" y="65"/>
                    </a:cubicBezTo>
                    <a:cubicBezTo>
                      <a:pt x="0" y="102"/>
                      <a:pt x="29" y="131"/>
                      <a:pt x="65" y="131"/>
                    </a:cubicBezTo>
                    <a:cubicBezTo>
                      <a:pt x="101" y="131"/>
                      <a:pt x="131" y="102"/>
                      <a:pt x="131" y="65"/>
                    </a:cubicBezTo>
                    <a:close/>
                  </a:path>
                </a:pathLst>
              </a:custGeom>
              <a:solidFill>
                <a:schemeClr val="accent2"/>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6" name="Google Shape;156;p9"/>
            <p:cNvGrpSpPr/>
            <p:nvPr/>
          </p:nvGrpSpPr>
          <p:grpSpPr>
            <a:xfrm>
              <a:off x="8510002" y="352415"/>
              <a:ext cx="228440" cy="228440"/>
              <a:chOff x="4862880" y="3103920"/>
              <a:chExt cx="708121" cy="708121"/>
            </a:xfrm>
          </p:grpSpPr>
          <p:sp>
            <p:nvSpPr>
              <p:cNvPr id="157" name="Google Shape;157;p9"/>
              <p:cNvSpPr/>
              <p:nvPr/>
            </p:nvSpPr>
            <p:spPr>
              <a:xfrm>
                <a:off x="4862880" y="3103920"/>
                <a:ext cx="708121" cy="708121"/>
              </a:xfrm>
              <a:custGeom>
                <a:avLst/>
                <a:gdLst/>
                <a:ahLst/>
                <a:cxnLst/>
                <a:rect l="l" t="t" r="r" b="b"/>
                <a:pathLst>
                  <a:path w="1968" h="1968" extrusionOk="0">
                    <a:moveTo>
                      <a:pt x="1968" y="0"/>
                    </a:moveTo>
                    <a:lnTo>
                      <a:pt x="0" y="0"/>
                    </a:lnTo>
                    <a:lnTo>
                      <a:pt x="0" y="1968"/>
                    </a:lnTo>
                    <a:lnTo>
                      <a:pt x="1968"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58" name="Google Shape;158;p9"/>
              <p:cNvGrpSpPr/>
              <p:nvPr/>
            </p:nvGrpSpPr>
            <p:grpSpPr>
              <a:xfrm>
                <a:off x="4862880" y="3103920"/>
                <a:ext cx="708121" cy="708121"/>
                <a:chOff x="4862880" y="3103920"/>
                <a:chExt cx="708121" cy="708121"/>
              </a:xfrm>
            </p:grpSpPr>
            <p:sp>
              <p:nvSpPr>
                <p:cNvPr id="159" name="Google Shape;159;p9"/>
                <p:cNvSpPr/>
                <p:nvPr/>
              </p:nvSpPr>
              <p:spPr>
                <a:xfrm>
                  <a:off x="4862880" y="3103920"/>
                  <a:ext cx="708121" cy="708121"/>
                </a:xfrm>
                <a:custGeom>
                  <a:avLst/>
                  <a:gdLst/>
                  <a:ahLst/>
                  <a:cxnLst/>
                  <a:rect l="l" t="t" r="r" b="b"/>
                  <a:pathLst>
                    <a:path w="1968" h="1968" extrusionOk="0">
                      <a:moveTo>
                        <a:pt x="0" y="0"/>
                      </a:moveTo>
                      <a:lnTo>
                        <a:pt x="1968" y="1968"/>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9"/>
                <p:cNvSpPr/>
                <p:nvPr/>
              </p:nvSpPr>
              <p:spPr>
                <a:xfrm>
                  <a:off x="4862880" y="3103920"/>
                  <a:ext cx="708121" cy="708121"/>
                </a:xfrm>
                <a:custGeom>
                  <a:avLst/>
                  <a:gdLst/>
                  <a:ahLst/>
                  <a:cxnLst/>
                  <a:rect l="l" t="t" r="r" b="b"/>
                  <a:pathLst>
                    <a:path w="1968" h="1968" extrusionOk="0">
                      <a:moveTo>
                        <a:pt x="1968" y="0"/>
                      </a:moveTo>
                      <a:lnTo>
                        <a:pt x="0"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sp>
        <p:nvSpPr>
          <p:cNvPr id="161" name="Google Shape;161;p9"/>
          <p:cNvSpPr txBox="1">
            <a:spLocks noGrp="1"/>
          </p:cNvSpPr>
          <p:nvPr>
            <p:ph type="body" idx="1"/>
          </p:nvPr>
        </p:nvSpPr>
        <p:spPr>
          <a:xfrm>
            <a:off x="720000" y="1570575"/>
            <a:ext cx="4047000" cy="2186100"/>
          </a:xfrm>
          <a:prstGeom prst="rect">
            <a:avLst/>
          </a:prstGeom>
        </p:spPr>
        <p:txBody>
          <a:bodyPr spcFirstLastPara="1" wrap="square" lIns="91425" tIns="91425" rIns="91425" bIns="91425" anchor="t" anchorCtr="0">
            <a:noAutofit/>
          </a:bodyPr>
          <a:lstStyle>
            <a:lvl1pPr marL="457200" lvl="0" indent="-279400">
              <a:spcBef>
                <a:spcPts val="0"/>
              </a:spcBef>
              <a:spcAft>
                <a:spcPts val="0"/>
              </a:spcAft>
              <a:buClr>
                <a:srgbClr val="999999"/>
              </a:buClr>
              <a:buSzPts val="800"/>
              <a:buFont typeface="Open Sans" panose="020B0606030504020204"/>
              <a:buChar char="-"/>
              <a:defRPr/>
            </a:lvl1pPr>
            <a:lvl2pPr marL="914400" lvl="1" indent="-279400">
              <a:spcBef>
                <a:spcPts val="0"/>
              </a:spcBef>
              <a:spcAft>
                <a:spcPts val="0"/>
              </a:spcAft>
              <a:buClr>
                <a:srgbClr val="999999"/>
              </a:buClr>
              <a:buSzPts val="800"/>
              <a:buFont typeface="Open Sans" panose="020B0606030504020204"/>
              <a:buChar char="○"/>
              <a:defRPr/>
            </a:lvl2pPr>
            <a:lvl3pPr marL="1371600" lvl="2" indent="-279400">
              <a:spcBef>
                <a:spcPts val="0"/>
              </a:spcBef>
              <a:spcAft>
                <a:spcPts val="0"/>
              </a:spcAft>
              <a:buClr>
                <a:srgbClr val="999999"/>
              </a:buClr>
              <a:buSzPts val="800"/>
              <a:buFont typeface="Open Sans" panose="020B0606030504020204"/>
              <a:buChar char="■"/>
              <a:defRPr/>
            </a:lvl3pPr>
            <a:lvl4pPr marL="1828800" lvl="3" indent="-279400">
              <a:spcBef>
                <a:spcPts val="0"/>
              </a:spcBef>
              <a:spcAft>
                <a:spcPts val="0"/>
              </a:spcAft>
              <a:buClr>
                <a:srgbClr val="999999"/>
              </a:buClr>
              <a:buSzPts val="800"/>
              <a:buFont typeface="Open Sans" panose="020B0606030504020204"/>
              <a:buChar char="●"/>
              <a:defRPr/>
            </a:lvl4pPr>
            <a:lvl5pPr marL="2286000" lvl="4" indent="-304800">
              <a:spcBef>
                <a:spcPts val="0"/>
              </a:spcBef>
              <a:spcAft>
                <a:spcPts val="0"/>
              </a:spcAft>
              <a:buClr>
                <a:srgbClr val="999999"/>
              </a:buClr>
              <a:buSzPts val="1200"/>
              <a:buFont typeface="Open Sans" panose="020B0606030504020204"/>
              <a:buChar char="○"/>
              <a:defRPr/>
            </a:lvl5pPr>
            <a:lvl6pPr marL="2743200" lvl="5" indent="-304800">
              <a:spcBef>
                <a:spcPts val="0"/>
              </a:spcBef>
              <a:spcAft>
                <a:spcPts val="0"/>
              </a:spcAft>
              <a:buClr>
                <a:srgbClr val="999999"/>
              </a:buClr>
              <a:buSzPts val="1200"/>
              <a:buFont typeface="Open Sans" panose="020B0606030504020204"/>
              <a:buChar char="■"/>
              <a:defRPr/>
            </a:lvl6pPr>
            <a:lvl7pPr marL="3200400" lvl="6" indent="-273050">
              <a:spcBef>
                <a:spcPts val="0"/>
              </a:spcBef>
              <a:spcAft>
                <a:spcPts val="0"/>
              </a:spcAft>
              <a:buClr>
                <a:srgbClr val="999999"/>
              </a:buClr>
              <a:buSzPts val="700"/>
              <a:buFont typeface="Open Sans" panose="020B0606030504020204"/>
              <a:buChar char="●"/>
              <a:defRPr/>
            </a:lvl7pPr>
            <a:lvl8pPr marL="3657600" lvl="7" indent="-273050">
              <a:spcBef>
                <a:spcPts val="0"/>
              </a:spcBef>
              <a:spcAft>
                <a:spcPts val="0"/>
              </a:spcAft>
              <a:buClr>
                <a:srgbClr val="999999"/>
              </a:buClr>
              <a:buSzPts val="700"/>
              <a:buFont typeface="Open Sans" panose="020B0606030504020204"/>
              <a:buChar char="○"/>
              <a:defRPr/>
            </a:lvl8pPr>
            <a:lvl9pPr marL="4114800" lvl="8" indent="-266700">
              <a:spcBef>
                <a:spcPts val="0"/>
              </a:spcBef>
              <a:spcAft>
                <a:spcPts val="0"/>
              </a:spcAft>
              <a:buClr>
                <a:srgbClr val="999999"/>
              </a:buClr>
              <a:buSzPts val="600"/>
              <a:buFont typeface="Open Sans" panose="020B0606030504020204"/>
              <a:buChar char="■"/>
              <a:defRPr/>
            </a:lvl9pPr>
          </a:lstStyle>
          <a:p>
            <a:endParaRPr/>
          </a:p>
        </p:txBody>
      </p:sp>
      <p:sp>
        <p:nvSpPr>
          <p:cNvPr id="162" name="Google Shape;162;p9"/>
          <p:cNvSpPr txBox="1">
            <a:spLocks noGrp="1"/>
          </p:cNvSpPr>
          <p:nvPr>
            <p:ph type="title"/>
          </p:nvPr>
        </p:nvSpPr>
        <p:spPr>
          <a:xfrm>
            <a:off x="720000" y="676656"/>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3"/>
        <p:cNvGrpSpPr/>
        <p:nvPr/>
      </p:nvGrpSpPr>
      <p:grpSpPr>
        <a:xfrm>
          <a:off x="0" y="0"/>
          <a:ext cx="0" cy="0"/>
          <a:chOff x="0" y="0"/>
          <a:chExt cx="0" cy="0"/>
        </a:xfrm>
      </p:grpSpPr>
      <p:grpSp>
        <p:nvGrpSpPr>
          <p:cNvPr id="164" name="Google Shape;164;p10"/>
          <p:cNvGrpSpPr/>
          <p:nvPr/>
        </p:nvGrpSpPr>
        <p:grpSpPr>
          <a:xfrm>
            <a:off x="238125" y="238200"/>
            <a:ext cx="8667773" cy="4667101"/>
            <a:chOff x="238125" y="238200"/>
            <a:chExt cx="8667773" cy="4667101"/>
          </a:xfrm>
        </p:grpSpPr>
        <p:sp>
          <p:nvSpPr>
            <p:cNvPr id="165" name="Google Shape;165;p10"/>
            <p:cNvSpPr/>
            <p:nvPr/>
          </p:nvSpPr>
          <p:spPr>
            <a:xfrm>
              <a:off x="238125" y="238200"/>
              <a:ext cx="8667773" cy="4667101"/>
            </a:xfrm>
            <a:custGeom>
              <a:avLst/>
              <a:gdLst/>
              <a:ahLst/>
              <a:cxnLst/>
              <a:rect l="l" t="t" r="r" b="b"/>
              <a:pathLst>
                <a:path w="4122" h="3091" extrusionOk="0">
                  <a:moveTo>
                    <a:pt x="4122" y="3091"/>
                  </a:moveTo>
                  <a:lnTo>
                    <a:pt x="0" y="3091"/>
                  </a:lnTo>
                  <a:lnTo>
                    <a:pt x="0" y="0"/>
                  </a:lnTo>
                  <a:lnTo>
                    <a:pt x="4122" y="0"/>
                  </a:lnTo>
                  <a:lnTo>
                    <a:pt x="4122" y="3091"/>
                  </a:lnTo>
                  <a:close/>
                </a:path>
              </a:pathLst>
            </a:custGeom>
            <a:solidFill>
              <a:schemeClr val="lt2"/>
            </a:solidFill>
            <a:ln w="12600" cap="flat" cmpd="sng">
              <a:solidFill>
                <a:schemeClr val="dk1"/>
              </a:solidFill>
              <a:prstDash val="solid"/>
              <a:bevel/>
              <a:headEnd type="none" w="sm" len="sm"/>
              <a:tailEnd type="none" w="sm" len="sm"/>
            </a:ln>
            <a:effectLst>
              <a:outerShdw dist="114300" dir="3060000" algn="bl" rotWithShape="0">
                <a:schemeClr val="accent5"/>
              </a:outerShdw>
            </a:effectLst>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 name="Google Shape;166;p10"/>
            <p:cNvSpPr/>
            <p:nvPr/>
          </p:nvSpPr>
          <p:spPr>
            <a:xfrm>
              <a:off x="238126" y="691061"/>
              <a:ext cx="8667762" cy="163800"/>
            </a:xfrm>
            <a:custGeom>
              <a:avLst/>
              <a:gdLst/>
              <a:ahLst/>
              <a:cxnLst/>
              <a:rect l="l" t="t" r="r" b="b"/>
              <a:pathLst>
                <a:path w="4122" h="120000" extrusionOk="0">
                  <a:moveTo>
                    <a:pt x="0" y="0"/>
                  </a:moveTo>
                  <a:lnTo>
                    <a:pt x="4122" y="0"/>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67" name="Google Shape;167;p10"/>
            <p:cNvGrpSpPr/>
            <p:nvPr/>
          </p:nvGrpSpPr>
          <p:grpSpPr>
            <a:xfrm>
              <a:off x="397155" y="400429"/>
              <a:ext cx="762108" cy="132273"/>
              <a:chOff x="854747" y="683821"/>
              <a:chExt cx="678575" cy="117775"/>
            </a:xfrm>
          </p:grpSpPr>
          <p:sp>
            <p:nvSpPr>
              <p:cNvPr id="168" name="Google Shape;168;p10"/>
              <p:cNvSpPr/>
              <p:nvPr/>
            </p:nvSpPr>
            <p:spPr>
              <a:xfrm>
                <a:off x="854747" y="683821"/>
                <a:ext cx="117777" cy="117775"/>
              </a:xfrm>
              <a:custGeom>
                <a:avLst/>
                <a:gdLst/>
                <a:ahLst/>
                <a:cxnLst/>
                <a:rect l="l" t="t" r="r" b="b"/>
                <a:pathLst>
                  <a:path w="131" h="131" extrusionOk="0">
                    <a:moveTo>
                      <a:pt x="131" y="65"/>
                    </a:moveTo>
                    <a:cubicBezTo>
                      <a:pt x="131" y="29"/>
                      <a:pt x="101" y="0"/>
                      <a:pt x="66" y="0"/>
                    </a:cubicBezTo>
                    <a:cubicBezTo>
                      <a:pt x="29" y="0"/>
                      <a:pt x="0" y="29"/>
                      <a:pt x="0" y="65"/>
                    </a:cubicBezTo>
                    <a:cubicBezTo>
                      <a:pt x="0" y="102"/>
                      <a:pt x="29" y="131"/>
                      <a:pt x="66" y="131"/>
                    </a:cubicBezTo>
                    <a:cubicBezTo>
                      <a:pt x="101" y="131"/>
                      <a:pt x="131" y="102"/>
                      <a:pt x="131" y="65"/>
                    </a:cubicBezTo>
                    <a:close/>
                  </a:path>
                </a:pathLst>
              </a:custGeom>
              <a:solidFill>
                <a:schemeClr val="accent6"/>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9" name="Google Shape;169;p10"/>
              <p:cNvSpPr/>
              <p:nvPr/>
            </p:nvSpPr>
            <p:spPr>
              <a:xfrm>
                <a:off x="1134693" y="683821"/>
                <a:ext cx="117777" cy="117775"/>
              </a:xfrm>
              <a:custGeom>
                <a:avLst/>
                <a:gdLst/>
                <a:ahLst/>
                <a:cxnLst/>
                <a:rect l="l" t="t" r="r" b="b"/>
                <a:pathLst>
                  <a:path w="131" h="131" extrusionOk="0">
                    <a:moveTo>
                      <a:pt x="131" y="65"/>
                    </a:moveTo>
                    <a:cubicBezTo>
                      <a:pt x="131" y="29"/>
                      <a:pt x="102" y="0"/>
                      <a:pt x="66" y="0"/>
                    </a:cubicBezTo>
                    <a:cubicBezTo>
                      <a:pt x="29" y="0"/>
                      <a:pt x="0" y="29"/>
                      <a:pt x="0" y="65"/>
                    </a:cubicBezTo>
                    <a:cubicBezTo>
                      <a:pt x="0" y="102"/>
                      <a:pt x="29" y="131"/>
                      <a:pt x="66" y="131"/>
                    </a:cubicBezTo>
                    <a:cubicBezTo>
                      <a:pt x="102" y="131"/>
                      <a:pt x="131" y="102"/>
                      <a:pt x="131" y="65"/>
                    </a:cubicBezTo>
                    <a:close/>
                  </a:path>
                </a:pathLst>
              </a:custGeom>
              <a:solidFill>
                <a:schemeClr val="accent5"/>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 name="Google Shape;170;p10"/>
              <p:cNvSpPr/>
              <p:nvPr/>
            </p:nvSpPr>
            <p:spPr>
              <a:xfrm>
                <a:off x="1415545" y="683821"/>
                <a:ext cx="117777" cy="117775"/>
              </a:xfrm>
              <a:custGeom>
                <a:avLst/>
                <a:gdLst/>
                <a:ahLst/>
                <a:cxnLst/>
                <a:rect l="l" t="t" r="r" b="b"/>
                <a:pathLst>
                  <a:path w="131" h="131" extrusionOk="0">
                    <a:moveTo>
                      <a:pt x="131" y="65"/>
                    </a:moveTo>
                    <a:cubicBezTo>
                      <a:pt x="131" y="29"/>
                      <a:pt x="101" y="0"/>
                      <a:pt x="65" y="0"/>
                    </a:cubicBezTo>
                    <a:cubicBezTo>
                      <a:pt x="29" y="0"/>
                      <a:pt x="0" y="29"/>
                      <a:pt x="0" y="65"/>
                    </a:cubicBezTo>
                    <a:cubicBezTo>
                      <a:pt x="0" y="102"/>
                      <a:pt x="29" y="131"/>
                      <a:pt x="65" y="131"/>
                    </a:cubicBezTo>
                    <a:cubicBezTo>
                      <a:pt x="101" y="131"/>
                      <a:pt x="131" y="102"/>
                      <a:pt x="131" y="65"/>
                    </a:cubicBezTo>
                    <a:close/>
                  </a:path>
                </a:pathLst>
              </a:custGeom>
              <a:solidFill>
                <a:schemeClr val="accent2"/>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71" name="Google Shape;171;p10"/>
            <p:cNvGrpSpPr/>
            <p:nvPr/>
          </p:nvGrpSpPr>
          <p:grpSpPr>
            <a:xfrm>
              <a:off x="8510002" y="352415"/>
              <a:ext cx="228440" cy="228440"/>
              <a:chOff x="4862880" y="3103920"/>
              <a:chExt cx="708121" cy="708121"/>
            </a:xfrm>
          </p:grpSpPr>
          <p:sp>
            <p:nvSpPr>
              <p:cNvPr id="172" name="Google Shape;172;p10"/>
              <p:cNvSpPr/>
              <p:nvPr/>
            </p:nvSpPr>
            <p:spPr>
              <a:xfrm>
                <a:off x="4862880" y="3103920"/>
                <a:ext cx="708121" cy="708121"/>
              </a:xfrm>
              <a:custGeom>
                <a:avLst/>
                <a:gdLst/>
                <a:ahLst/>
                <a:cxnLst/>
                <a:rect l="l" t="t" r="r" b="b"/>
                <a:pathLst>
                  <a:path w="1968" h="1968" extrusionOk="0">
                    <a:moveTo>
                      <a:pt x="1968" y="0"/>
                    </a:moveTo>
                    <a:lnTo>
                      <a:pt x="0" y="0"/>
                    </a:lnTo>
                    <a:lnTo>
                      <a:pt x="0" y="1968"/>
                    </a:lnTo>
                    <a:lnTo>
                      <a:pt x="1968"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73" name="Google Shape;173;p10"/>
              <p:cNvGrpSpPr/>
              <p:nvPr/>
            </p:nvGrpSpPr>
            <p:grpSpPr>
              <a:xfrm>
                <a:off x="4862880" y="3103920"/>
                <a:ext cx="708121" cy="708121"/>
                <a:chOff x="4862880" y="3103920"/>
                <a:chExt cx="708121" cy="708121"/>
              </a:xfrm>
            </p:grpSpPr>
            <p:sp>
              <p:nvSpPr>
                <p:cNvPr id="174" name="Google Shape;174;p10"/>
                <p:cNvSpPr/>
                <p:nvPr/>
              </p:nvSpPr>
              <p:spPr>
                <a:xfrm>
                  <a:off x="4862880" y="3103920"/>
                  <a:ext cx="708121" cy="708121"/>
                </a:xfrm>
                <a:custGeom>
                  <a:avLst/>
                  <a:gdLst/>
                  <a:ahLst/>
                  <a:cxnLst/>
                  <a:rect l="l" t="t" r="r" b="b"/>
                  <a:pathLst>
                    <a:path w="1968" h="1968" extrusionOk="0">
                      <a:moveTo>
                        <a:pt x="0" y="0"/>
                      </a:moveTo>
                      <a:lnTo>
                        <a:pt x="1968" y="1968"/>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5" name="Google Shape;175;p10"/>
                <p:cNvSpPr/>
                <p:nvPr/>
              </p:nvSpPr>
              <p:spPr>
                <a:xfrm>
                  <a:off x="4862880" y="3103920"/>
                  <a:ext cx="708121" cy="708121"/>
                </a:xfrm>
                <a:custGeom>
                  <a:avLst/>
                  <a:gdLst/>
                  <a:ahLst/>
                  <a:cxnLst/>
                  <a:rect l="l" t="t" r="r" b="b"/>
                  <a:pathLst>
                    <a:path w="1968" h="1968" extrusionOk="0">
                      <a:moveTo>
                        <a:pt x="1968" y="0"/>
                      </a:moveTo>
                      <a:lnTo>
                        <a:pt x="0"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sp>
        <p:nvSpPr>
          <p:cNvPr id="176" name="Google Shape;176;p10"/>
          <p:cNvSpPr txBox="1">
            <a:spLocks noGrp="1"/>
          </p:cNvSpPr>
          <p:nvPr>
            <p:ph type="body" idx="1"/>
          </p:nvPr>
        </p:nvSpPr>
        <p:spPr>
          <a:xfrm>
            <a:off x="1439250" y="3811325"/>
            <a:ext cx="6265500" cy="605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SzPts val="2800"/>
              <a:buFont typeface="Raleway"/>
              <a:buNone/>
              <a:defRPr sz="2800" b="1">
                <a:solidFill>
                  <a:schemeClr val="dk1"/>
                </a:solidFill>
                <a:latin typeface="Raleway"/>
                <a:ea typeface="Raleway"/>
                <a:cs typeface="Raleway"/>
                <a:sym typeface="Raleway"/>
              </a:defRPr>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396"/>
        <p:cNvGrpSpPr/>
        <p:nvPr/>
      </p:nvGrpSpPr>
      <p:grpSpPr>
        <a:xfrm>
          <a:off x="0" y="0"/>
          <a:ext cx="0" cy="0"/>
          <a:chOff x="0" y="0"/>
          <a:chExt cx="0" cy="0"/>
        </a:xfrm>
      </p:grpSpPr>
      <p:grpSp>
        <p:nvGrpSpPr>
          <p:cNvPr id="397" name="Google Shape;397;p18"/>
          <p:cNvGrpSpPr/>
          <p:nvPr/>
        </p:nvGrpSpPr>
        <p:grpSpPr>
          <a:xfrm>
            <a:off x="238125" y="238200"/>
            <a:ext cx="8667773" cy="4667101"/>
            <a:chOff x="238125" y="238200"/>
            <a:chExt cx="8667773" cy="4667101"/>
          </a:xfrm>
        </p:grpSpPr>
        <p:sp>
          <p:nvSpPr>
            <p:cNvPr id="398" name="Google Shape;398;p18"/>
            <p:cNvSpPr/>
            <p:nvPr/>
          </p:nvSpPr>
          <p:spPr>
            <a:xfrm>
              <a:off x="238125" y="238200"/>
              <a:ext cx="8667773" cy="4667101"/>
            </a:xfrm>
            <a:custGeom>
              <a:avLst/>
              <a:gdLst/>
              <a:ahLst/>
              <a:cxnLst/>
              <a:rect l="l" t="t" r="r" b="b"/>
              <a:pathLst>
                <a:path w="4122" h="3091" extrusionOk="0">
                  <a:moveTo>
                    <a:pt x="4122" y="3091"/>
                  </a:moveTo>
                  <a:lnTo>
                    <a:pt x="0" y="3091"/>
                  </a:lnTo>
                  <a:lnTo>
                    <a:pt x="0" y="0"/>
                  </a:lnTo>
                  <a:lnTo>
                    <a:pt x="4122" y="0"/>
                  </a:lnTo>
                  <a:lnTo>
                    <a:pt x="4122" y="3091"/>
                  </a:lnTo>
                  <a:close/>
                </a:path>
              </a:pathLst>
            </a:custGeom>
            <a:solidFill>
              <a:schemeClr val="lt2"/>
            </a:solidFill>
            <a:ln w="12600" cap="flat" cmpd="sng">
              <a:solidFill>
                <a:schemeClr val="dk1"/>
              </a:solidFill>
              <a:prstDash val="solid"/>
              <a:bevel/>
              <a:headEnd type="none" w="sm" len="sm"/>
              <a:tailEnd type="none" w="sm" len="sm"/>
            </a:ln>
            <a:effectLst>
              <a:outerShdw dist="114300" dir="3060000" algn="bl" rotWithShape="0">
                <a:schemeClr val="accent5"/>
              </a:outerShdw>
            </a:effectLst>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9" name="Google Shape;399;p18"/>
            <p:cNvSpPr/>
            <p:nvPr/>
          </p:nvSpPr>
          <p:spPr>
            <a:xfrm>
              <a:off x="238126" y="691061"/>
              <a:ext cx="8667762" cy="163800"/>
            </a:xfrm>
            <a:custGeom>
              <a:avLst/>
              <a:gdLst/>
              <a:ahLst/>
              <a:cxnLst/>
              <a:rect l="l" t="t" r="r" b="b"/>
              <a:pathLst>
                <a:path w="4122" h="120000" extrusionOk="0">
                  <a:moveTo>
                    <a:pt x="0" y="0"/>
                  </a:moveTo>
                  <a:lnTo>
                    <a:pt x="4122" y="0"/>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00" name="Google Shape;400;p18"/>
            <p:cNvGrpSpPr/>
            <p:nvPr/>
          </p:nvGrpSpPr>
          <p:grpSpPr>
            <a:xfrm>
              <a:off x="397155" y="400429"/>
              <a:ext cx="762108" cy="132273"/>
              <a:chOff x="854747" y="683821"/>
              <a:chExt cx="678575" cy="117775"/>
            </a:xfrm>
          </p:grpSpPr>
          <p:sp>
            <p:nvSpPr>
              <p:cNvPr id="401" name="Google Shape;401;p18"/>
              <p:cNvSpPr/>
              <p:nvPr/>
            </p:nvSpPr>
            <p:spPr>
              <a:xfrm>
                <a:off x="854747" y="683821"/>
                <a:ext cx="117777" cy="117775"/>
              </a:xfrm>
              <a:custGeom>
                <a:avLst/>
                <a:gdLst/>
                <a:ahLst/>
                <a:cxnLst/>
                <a:rect l="l" t="t" r="r" b="b"/>
                <a:pathLst>
                  <a:path w="131" h="131" extrusionOk="0">
                    <a:moveTo>
                      <a:pt x="131" y="65"/>
                    </a:moveTo>
                    <a:cubicBezTo>
                      <a:pt x="131" y="29"/>
                      <a:pt x="101" y="0"/>
                      <a:pt x="66" y="0"/>
                    </a:cubicBezTo>
                    <a:cubicBezTo>
                      <a:pt x="29" y="0"/>
                      <a:pt x="0" y="29"/>
                      <a:pt x="0" y="65"/>
                    </a:cubicBezTo>
                    <a:cubicBezTo>
                      <a:pt x="0" y="102"/>
                      <a:pt x="29" y="131"/>
                      <a:pt x="66" y="131"/>
                    </a:cubicBezTo>
                    <a:cubicBezTo>
                      <a:pt x="101" y="131"/>
                      <a:pt x="131" y="102"/>
                      <a:pt x="131" y="65"/>
                    </a:cubicBezTo>
                    <a:close/>
                  </a:path>
                </a:pathLst>
              </a:custGeom>
              <a:solidFill>
                <a:schemeClr val="accent6"/>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2" name="Google Shape;402;p18"/>
              <p:cNvSpPr/>
              <p:nvPr/>
            </p:nvSpPr>
            <p:spPr>
              <a:xfrm>
                <a:off x="1134693" y="683821"/>
                <a:ext cx="117777" cy="117775"/>
              </a:xfrm>
              <a:custGeom>
                <a:avLst/>
                <a:gdLst/>
                <a:ahLst/>
                <a:cxnLst/>
                <a:rect l="l" t="t" r="r" b="b"/>
                <a:pathLst>
                  <a:path w="131" h="131" extrusionOk="0">
                    <a:moveTo>
                      <a:pt x="131" y="65"/>
                    </a:moveTo>
                    <a:cubicBezTo>
                      <a:pt x="131" y="29"/>
                      <a:pt x="102" y="0"/>
                      <a:pt x="66" y="0"/>
                    </a:cubicBezTo>
                    <a:cubicBezTo>
                      <a:pt x="29" y="0"/>
                      <a:pt x="0" y="29"/>
                      <a:pt x="0" y="65"/>
                    </a:cubicBezTo>
                    <a:cubicBezTo>
                      <a:pt x="0" y="102"/>
                      <a:pt x="29" y="131"/>
                      <a:pt x="66" y="131"/>
                    </a:cubicBezTo>
                    <a:cubicBezTo>
                      <a:pt x="102" y="131"/>
                      <a:pt x="131" y="102"/>
                      <a:pt x="131" y="65"/>
                    </a:cubicBezTo>
                    <a:close/>
                  </a:path>
                </a:pathLst>
              </a:custGeom>
              <a:solidFill>
                <a:schemeClr val="accent5"/>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3" name="Google Shape;403;p18"/>
              <p:cNvSpPr/>
              <p:nvPr/>
            </p:nvSpPr>
            <p:spPr>
              <a:xfrm>
                <a:off x="1415545" y="683821"/>
                <a:ext cx="117777" cy="117775"/>
              </a:xfrm>
              <a:custGeom>
                <a:avLst/>
                <a:gdLst/>
                <a:ahLst/>
                <a:cxnLst/>
                <a:rect l="l" t="t" r="r" b="b"/>
                <a:pathLst>
                  <a:path w="131" h="131" extrusionOk="0">
                    <a:moveTo>
                      <a:pt x="131" y="65"/>
                    </a:moveTo>
                    <a:cubicBezTo>
                      <a:pt x="131" y="29"/>
                      <a:pt x="101" y="0"/>
                      <a:pt x="65" y="0"/>
                    </a:cubicBezTo>
                    <a:cubicBezTo>
                      <a:pt x="29" y="0"/>
                      <a:pt x="0" y="29"/>
                      <a:pt x="0" y="65"/>
                    </a:cubicBezTo>
                    <a:cubicBezTo>
                      <a:pt x="0" y="102"/>
                      <a:pt x="29" y="131"/>
                      <a:pt x="65" y="131"/>
                    </a:cubicBezTo>
                    <a:cubicBezTo>
                      <a:pt x="101" y="131"/>
                      <a:pt x="131" y="102"/>
                      <a:pt x="131" y="65"/>
                    </a:cubicBezTo>
                    <a:close/>
                  </a:path>
                </a:pathLst>
              </a:custGeom>
              <a:solidFill>
                <a:schemeClr val="accent2"/>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404" name="Google Shape;404;p18"/>
            <p:cNvGrpSpPr/>
            <p:nvPr/>
          </p:nvGrpSpPr>
          <p:grpSpPr>
            <a:xfrm>
              <a:off x="8510002" y="352415"/>
              <a:ext cx="228440" cy="228440"/>
              <a:chOff x="4862880" y="3103920"/>
              <a:chExt cx="708121" cy="708121"/>
            </a:xfrm>
          </p:grpSpPr>
          <p:sp>
            <p:nvSpPr>
              <p:cNvPr id="405" name="Google Shape;405;p18"/>
              <p:cNvSpPr/>
              <p:nvPr/>
            </p:nvSpPr>
            <p:spPr>
              <a:xfrm>
                <a:off x="4862880" y="3103920"/>
                <a:ext cx="708121" cy="708121"/>
              </a:xfrm>
              <a:custGeom>
                <a:avLst/>
                <a:gdLst/>
                <a:ahLst/>
                <a:cxnLst/>
                <a:rect l="l" t="t" r="r" b="b"/>
                <a:pathLst>
                  <a:path w="1968" h="1968" extrusionOk="0">
                    <a:moveTo>
                      <a:pt x="1968" y="0"/>
                    </a:moveTo>
                    <a:lnTo>
                      <a:pt x="0" y="0"/>
                    </a:lnTo>
                    <a:lnTo>
                      <a:pt x="0" y="1968"/>
                    </a:lnTo>
                    <a:lnTo>
                      <a:pt x="1968"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06" name="Google Shape;406;p18"/>
              <p:cNvGrpSpPr/>
              <p:nvPr/>
            </p:nvGrpSpPr>
            <p:grpSpPr>
              <a:xfrm>
                <a:off x="4862880" y="3103920"/>
                <a:ext cx="708121" cy="708121"/>
                <a:chOff x="4862880" y="3103920"/>
                <a:chExt cx="708121" cy="708121"/>
              </a:xfrm>
            </p:grpSpPr>
            <p:sp>
              <p:nvSpPr>
                <p:cNvPr id="407" name="Google Shape;407;p18"/>
                <p:cNvSpPr/>
                <p:nvPr/>
              </p:nvSpPr>
              <p:spPr>
                <a:xfrm>
                  <a:off x="4862880" y="3103920"/>
                  <a:ext cx="708121" cy="708121"/>
                </a:xfrm>
                <a:custGeom>
                  <a:avLst/>
                  <a:gdLst/>
                  <a:ahLst/>
                  <a:cxnLst/>
                  <a:rect l="l" t="t" r="r" b="b"/>
                  <a:pathLst>
                    <a:path w="1968" h="1968" extrusionOk="0">
                      <a:moveTo>
                        <a:pt x="0" y="0"/>
                      </a:moveTo>
                      <a:lnTo>
                        <a:pt x="1968" y="1968"/>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8" name="Google Shape;408;p18"/>
                <p:cNvSpPr/>
                <p:nvPr/>
              </p:nvSpPr>
              <p:spPr>
                <a:xfrm>
                  <a:off x="4862880" y="3103920"/>
                  <a:ext cx="708121" cy="708121"/>
                </a:xfrm>
                <a:custGeom>
                  <a:avLst/>
                  <a:gdLst/>
                  <a:ahLst/>
                  <a:cxnLst/>
                  <a:rect l="l" t="t" r="r" b="b"/>
                  <a:pathLst>
                    <a:path w="1968" h="1968" extrusionOk="0">
                      <a:moveTo>
                        <a:pt x="1968" y="0"/>
                      </a:moveTo>
                      <a:lnTo>
                        <a:pt x="0"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sp>
        <p:nvSpPr>
          <p:cNvPr id="409" name="Google Shape;409;p18"/>
          <p:cNvSpPr txBox="1">
            <a:spLocks noGrp="1"/>
          </p:cNvSpPr>
          <p:nvPr>
            <p:ph type="title"/>
          </p:nvPr>
        </p:nvSpPr>
        <p:spPr>
          <a:xfrm>
            <a:off x="720000" y="6736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0" name="Google Shape;410;p18"/>
          <p:cNvSpPr/>
          <p:nvPr/>
        </p:nvSpPr>
        <p:spPr>
          <a:xfrm>
            <a:off x="0" y="1796385"/>
            <a:ext cx="506880" cy="506880"/>
          </a:xfrm>
          <a:custGeom>
            <a:avLst/>
            <a:gdLst/>
            <a:ahLst/>
            <a:cxnLst/>
            <a:rect l="l" t="t" r="r" b="b"/>
            <a:pathLst>
              <a:path w="1408" h="1408" extrusionOk="0">
                <a:moveTo>
                  <a:pt x="704" y="952"/>
                </a:moveTo>
                <a:cubicBezTo>
                  <a:pt x="568" y="952"/>
                  <a:pt x="457" y="841"/>
                  <a:pt x="457" y="704"/>
                </a:cubicBezTo>
                <a:cubicBezTo>
                  <a:pt x="457" y="568"/>
                  <a:pt x="568" y="456"/>
                  <a:pt x="704" y="456"/>
                </a:cubicBezTo>
                <a:cubicBezTo>
                  <a:pt x="842" y="456"/>
                  <a:pt x="953" y="568"/>
                  <a:pt x="953" y="704"/>
                </a:cubicBezTo>
                <a:cubicBezTo>
                  <a:pt x="953" y="841"/>
                  <a:pt x="842" y="952"/>
                  <a:pt x="704" y="952"/>
                </a:cubicBezTo>
                <a:moveTo>
                  <a:pt x="1408" y="874"/>
                </a:moveTo>
                <a:lnTo>
                  <a:pt x="1408" y="535"/>
                </a:lnTo>
                <a:lnTo>
                  <a:pt x="1267" y="535"/>
                </a:lnTo>
                <a:cubicBezTo>
                  <a:pt x="1255" y="497"/>
                  <a:pt x="1240" y="461"/>
                  <a:pt x="1222" y="427"/>
                </a:cubicBezTo>
                <a:lnTo>
                  <a:pt x="1322" y="326"/>
                </a:lnTo>
                <a:lnTo>
                  <a:pt x="1083" y="87"/>
                </a:lnTo>
                <a:lnTo>
                  <a:pt x="982" y="187"/>
                </a:lnTo>
                <a:cubicBezTo>
                  <a:pt x="948" y="169"/>
                  <a:pt x="912" y="154"/>
                  <a:pt x="874" y="143"/>
                </a:cubicBezTo>
                <a:lnTo>
                  <a:pt x="874" y="0"/>
                </a:lnTo>
                <a:lnTo>
                  <a:pt x="535" y="0"/>
                </a:lnTo>
                <a:lnTo>
                  <a:pt x="535" y="143"/>
                </a:lnTo>
                <a:cubicBezTo>
                  <a:pt x="497" y="154"/>
                  <a:pt x="461" y="169"/>
                  <a:pt x="427" y="187"/>
                </a:cubicBezTo>
                <a:lnTo>
                  <a:pt x="326" y="87"/>
                </a:lnTo>
                <a:lnTo>
                  <a:pt x="87" y="326"/>
                </a:lnTo>
                <a:lnTo>
                  <a:pt x="188" y="427"/>
                </a:lnTo>
                <a:cubicBezTo>
                  <a:pt x="169" y="461"/>
                  <a:pt x="154" y="497"/>
                  <a:pt x="143" y="535"/>
                </a:cubicBezTo>
                <a:lnTo>
                  <a:pt x="0" y="535"/>
                </a:lnTo>
                <a:lnTo>
                  <a:pt x="0" y="874"/>
                </a:lnTo>
                <a:lnTo>
                  <a:pt x="143" y="874"/>
                </a:lnTo>
                <a:cubicBezTo>
                  <a:pt x="154" y="911"/>
                  <a:pt x="169" y="948"/>
                  <a:pt x="188" y="982"/>
                </a:cubicBezTo>
                <a:lnTo>
                  <a:pt x="87" y="1082"/>
                </a:lnTo>
                <a:lnTo>
                  <a:pt x="326" y="1322"/>
                </a:lnTo>
                <a:lnTo>
                  <a:pt x="427" y="1222"/>
                </a:lnTo>
                <a:cubicBezTo>
                  <a:pt x="461" y="1240"/>
                  <a:pt x="497" y="1255"/>
                  <a:pt x="535" y="1266"/>
                </a:cubicBezTo>
                <a:lnTo>
                  <a:pt x="535" y="1408"/>
                </a:lnTo>
                <a:lnTo>
                  <a:pt x="874" y="1408"/>
                </a:lnTo>
                <a:lnTo>
                  <a:pt x="874" y="1266"/>
                </a:lnTo>
                <a:cubicBezTo>
                  <a:pt x="912" y="1255"/>
                  <a:pt x="948" y="1240"/>
                  <a:pt x="982" y="1222"/>
                </a:cubicBezTo>
                <a:lnTo>
                  <a:pt x="1083" y="1322"/>
                </a:lnTo>
                <a:lnTo>
                  <a:pt x="1322" y="1082"/>
                </a:lnTo>
                <a:lnTo>
                  <a:pt x="1222" y="982"/>
                </a:lnTo>
                <a:cubicBezTo>
                  <a:pt x="1240" y="948"/>
                  <a:pt x="1255" y="911"/>
                  <a:pt x="1267" y="874"/>
                </a:cubicBezTo>
                <a:lnTo>
                  <a:pt x="1408" y="874"/>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11" name="Google Shape;411;p18"/>
          <p:cNvGrpSpPr/>
          <p:nvPr/>
        </p:nvGrpSpPr>
        <p:grpSpPr>
          <a:xfrm>
            <a:off x="8509001" y="4140114"/>
            <a:ext cx="341128" cy="415470"/>
            <a:chOff x="5364360" y="1325880"/>
            <a:chExt cx="530279" cy="645841"/>
          </a:xfrm>
        </p:grpSpPr>
        <p:sp>
          <p:nvSpPr>
            <p:cNvPr id="412" name="Google Shape;412;p18"/>
            <p:cNvSpPr/>
            <p:nvPr/>
          </p:nvSpPr>
          <p:spPr>
            <a:xfrm>
              <a:off x="5629680" y="1325880"/>
              <a:ext cx="300" cy="645841"/>
            </a:xfrm>
            <a:custGeom>
              <a:avLst/>
              <a:gdLst/>
              <a:ahLst/>
              <a:cxnLst/>
              <a:rect l="l" t="t" r="r" b="b"/>
              <a:pathLst>
                <a:path w="120000" h="1795" extrusionOk="0">
                  <a:moveTo>
                    <a:pt x="0" y="0"/>
                  </a:moveTo>
                  <a:lnTo>
                    <a:pt x="0" y="1795"/>
                  </a:lnTo>
                  <a:lnTo>
                    <a:pt x="0" y="0"/>
                  </a:lnTo>
                  <a:close/>
                </a:path>
              </a:pathLst>
            </a:custGeom>
            <a:noFill/>
            <a:ln w="12600" cap="flat" cmpd="sng">
              <a:solidFill>
                <a:schemeClr val="accent4"/>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3" name="Google Shape;413;p18"/>
            <p:cNvSpPr/>
            <p:nvPr/>
          </p:nvSpPr>
          <p:spPr>
            <a:xfrm>
              <a:off x="5364360" y="1648800"/>
              <a:ext cx="530279" cy="300"/>
            </a:xfrm>
            <a:custGeom>
              <a:avLst/>
              <a:gdLst/>
              <a:ahLst/>
              <a:cxnLst/>
              <a:rect l="l" t="t" r="r" b="b"/>
              <a:pathLst>
                <a:path w="1474" h="120000" extrusionOk="0">
                  <a:moveTo>
                    <a:pt x="1474" y="0"/>
                  </a:moveTo>
                  <a:lnTo>
                    <a:pt x="0" y="0"/>
                  </a:lnTo>
                  <a:lnTo>
                    <a:pt x="1474" y="0"/>
                  </a:lnTo>
                  <a:close/>
                </a:path>
              </a:pathLst>
            </a:custGeom>
            <a:noFill/>
            <a:ln w="12600" cap="flat" cmpd="sng">
              <a:solidFill>
                <a:schemeClr val="accent4"/>
              </a:solidFill>
              <a:prstDash val="solid"/>
              <a:bevel/>
              <a:headEnd type="none" w="sm" len="sm"/>
              <a:tailEnd type="none" w="sm" len="sm"/>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4" name="Google Shape;414;p18"/>
            <p:cNvSpPr/>
            <p:nvPr/>
          </p:nvSpPr>
          <p:spPr>
            <a:xfrm>
              <a:off x="5442120" y="1461240"/>
              <a:ext cx="374761" cy="374761"/>
            </a:xfrm>
            <a:custGeom>
              <a:avLst/>
              <a:gdLst/>
              <a:ahLst/>
              <a:cxnLst/>
              <a:rect l="l" t="t" r="r" b="b"/>
              <a:pathLst>
                <a:path w="1042" h="1042" extrusionOk="0">
                  <a:moveTo>
                    <a:pt x="1042" y="0"/>
                  </a:moveTo>
                  <a:lnTo>
                    <a:pt x="0" y="1042"/>
                  </a:lnTo>
                  <a:lnTo>
                    <a:pt x="1042" y="0"/>
                  </a:lnTo>
                  <a:close/>
                </a:path>
              </a:pathLst>
            </a:custGeom>
            <a:noFill/>
            <a:ln w="12600" cap="flat" cmpd="sng">
              <a:solidFill>
                <a:schemeClr val="accent4"/>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5" name="Google Shape;415;p18"/>
            <p:cNvSpPr/>
            <p:nvPr/>
          </p:nvSpPr>
          <p:spPr>
            <a:xfrm>
              <a:off x="5442120" y="1461240"/>
              <a:ext cx="374761" cy="374761"/>
            </a:xfrm>
            <a:custGeom>
              <a:avLst/>
              <a:gdLst/>
              <a:ahLst/>
              <a:cxnLst/>
              <a:rect l="l" t="t" r="r" b="b"/>
              <a:pathLst>
                <a:path w="1042" h="1042" extrusionOk="0">
                  <a:moveTo>
                    <a:pt x="1042" y="1042"/>
                  </a:moveTo>
                  <a:lnTo>
                    <a:pt x="0" y="0"/>
                  </a:lnTo>
                  <a:lnTo>
                    <a:pt x="1042" y="1042"/>
                  </a:lnTo>
                  <a:close/>
                </a:path>
              </a:pathLst>
            </a:custGeom>
            <a:noFill/>
            <a:ln w="12600" cap="flat" cmpd="sng">
              <a:solidFill>
                <a:schemeClr val="accent4"/>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2">
  <p:cSld name="CUSTOM_11_1">
    <p:spTree>
      <p:nvGrpSpPr>
        <p:cNvPr id="1" name="Shape 416"/>
        <p:cNvGrpSpPr/>
        <p:nvPr/>
      </p:nvGrpSpPr>
      <p:grpSpPr>
        <a:xfrm>
          <a:off x="0" y="0"/>
          <a:ext cx="0" cy="0"/>
          <a:chOff x="0" y="0"/>
          <a:chExt cx="0" cy="0"/>
        </a:xfrm>
      </p:grpSpPr>
      <p:grpSp>
        <p:nvGrpSpPr>
          <p:cNvPr id="417" name="Google Shape;417;p19"/>
          <p:cNvGrpSpPr/>
          <p:nvPr/>
        </p:nvGrpSpPr>
        <p:grpSpPr>
          <a:xfrm>
            <a:off x="238125" y="238200"/>
            <a:ext cx="8667773" cy="4667101"/>
            <a:chOff x="238125" y="238200"/>
            <a:chExt cx="8667773" cy="4667101"/>
          </a:xfrm>
        </p:grpSpPr>
        <p:sp>
          <p:nvSpPr>
            <p:cNvPr id="418" name="Google Shape;418;p19"/>
            <p:cNvSpPr/>
            <p:nvPr/>
          </p:nvSpPr>
          <p:spPr>
            <a:xfrm>
              <a:off x="238125" y="238200"/>
              <a:ext cx="8667773" cy="4667101"/>
            </a:xfrm>
            <a:custGeom>
              <a:avLst/>
              <a:gdLst/>
              <a:ahLst/>
              <a:cxnLst/>
              <a:rect l="l" t="t" r="r" b="b"/>
              <a:pathLst>
                <a:path w="4122" h="3091" extrusionOk="0">
                  <a:moveTo>
                    <a:pt x="4122" y="3091"/>
                  </a:moveTo>
                  <a:lnTo>
                    <a:pt x="0" y="3091"/>
                  </a:lnTo>
                  <a:lnTo>
                    <a:pt x="0" y="0"/>
                  </a:lnTo>
                  <a:lnTo>
                    <a:pt x="4122" y="0"/>
                  </a:lnTo>
                  <a:lnTo>
                    <a:pt x="4122" y="3091"/>
                  </a:lnTo>
                  <a:close/>
                </a:path>
              </a:pathLst>
            </a:custGeom>
            <a:solidFill>
              <a:schemeClr val="lt2"/>
            </a:solidFill>
            <a:ln w="12600" cap="flat" cmpd="sng">
              <a:solidFill>
                <a:schemeClr val="dk1"/>
              </a:solidFill>
              <a:prstDash val="solid"/>
              <a:bevel/>
              <a:headEnd type="none" w="sm" len="sm"/>
              <a:tailEnd type="none" w="sm" len="sm"/>
            </a:ln>
            <a:effectLst>
              <a:outerShdw dist="114300" dir="3060000" algn="bl" rotWithShape="0">
                <a:schemeClr val="accent5"/>
              </a:outerShdw>
            </a:effectLst>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9" name="Google Shape;419;p19"/>
            <p:cNvSpPr/>
            <p:nvPr/>
          </p:nvSpPr>
          <p:spPr>
            <a:xfrm>
              <a:off x="238126" y="691061"/>
              <a:ext cx="8667762" cy="163800"/>
            </a:xfrm>
            <a:custGeom>
              <a:avLst/>
              <a:gdLst/>
              <a:ahLst/>
              <a:cxnLst/>
              <a:rect l="l" t="t" r="r" b="b"/>
              <a:pathLst>
                <a:path w="4122" h="120000" extrusionOk="0">
                  <a:moveTo>
                    <a:pt x="0" y="0"/>
                  </a:moveTo>
                  <a:lnTo>
                    <a:pt x="4122" y="0"/>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20" name="Google Shape;420;p19"/>
            <p:cNvGrpSpPr/>
            <p:nvPr/>
          </p:nvGrpSpPr>
          <p:grpSpPr>
            <a:xfrm>
              <a:off x="397155" y="400429"/>
              <a:ext cx="762108" cy="132273"/>
              <a:chOff x="854747" y="683821"/>
              <a:chExt cx="678575" cy="117775"/>
            </a:xfrm>
          </p:grpSpPr>
          <p:sp>
            <p:nvSpPr>
              <p:cNvPr id="421" name="Google Shape;421;p19"/>
              <p:cNvSpPr/>
              <p:nvPr/>
            </p:nvSpPr>
            <p:spPr>
              <a:xfrm>
                <a:off x="854747" y="683821"/>
                <a:ext cx="117777" cy="117775"/>
              </a:xfrm>
              <a:custGeom>
                <a:avLst/>
                <a:gdLst/>
                <a:ahLst/>
                <a:cxnLst/>
                <a:rect l="l" t="t" r="r" b="b"/>
                <a:pathLst>
                  <a:path w="131" h="131" extrusionOk="0">
                    <a:moveTo>
                      <a:pt x="131" y="65"/>
                    </a:moveTo>
                    <a:cubicBezTo>
                      <a:pt x="131" y="29"/>
                      <a:pt x="101" y="0"/>
                      <a:pt x="66" y="0"/>
                    </a:cubicBezTo>
                    <a:cubicBezTo>
                      <a:pt x="29" y="0"/>
                      <a:pt x="0" y="29"/>
                      <a:pt x="0" y="65"/>
                    </a:cubicBezTo>
                    <a:cubicBezTo>
                      <a:pt x="0" y="102"/>
                      <a:pt x="29" y="131"/>
                      <a:pt x="66" y="131"/>
                    </a:cubicBezTo>
                    <a:cubicBezTo>
                      <a:pt x="101" y="131"/>
                      <a:pt x="131" y="102"/>
                      <a:pt x="131" y="65"/>
                    </a:cubicBezTo>
                    <a:close/>
                  </a:path>
                </a:pathLst>
              </a:custGeom>
              <a:solidFill>
                <a:schemeClr val="accent6"/>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2" name="Google Shape;422;p19"/>
              <p:cNvSpPr/>
              <p:nvPr/>
            </p:nvSpPr>
            <p:spPr>
              <a:xfrm>
                <a:off x="1134693" y="683821"/>
                <a:ext cx="117777" cy="117775"/>
              </a:xfrm>
              <a:custGeom>
                <a:avLst/>
                <a:gdLst/>
                <a:ahLst/>
                <a:cxnLst/>
                <a:rect l="l" t="t" r="r" b="b"/>
                <a:pathLst>
                  <a:path w="131" h="131" extrusionOk="0">
                    <a:moveTo>
                      <a:pt x="131" y="65"/>
                    </a:moveTo>
                    <a:cubicBezTo>
                      <a:pt x="131" y="29"/>
                      <a:pt x="102" y="0"/>
                      <a:pt x="66" y="0"/>
                    </a:cubicBezTo>
                    <a:cubicBezTo>
                      <a:pt x="29" y="0"/>
                      <a:pt x="0" y="29"/>
                      <a:pt x="0" y="65"/>
                    </a:cubicBezTo>
                    <a:cubicBezTo>
                      <a:pt x="0" y="102"/>
                      <a:pt x="29" y="131"/>
                      <a:pt x="66" y="131"/>
                    </a:cubicBezTo>
                    <a:cubicBezTo>
                      <a:pt x="102" y="131"/>
                      <a:pt x="131" y="102"/>
                      <a:pt x="131" y="65"/>
                    </a:cubicBezTo>
                    <a:close/>
                  </a:path>
                </a:pathLst>
              </a:custGeom>
              <a:solidFill>
                <a:schemeClr val="accent5"/>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3" name="Google Shape;423;p19"/>
              <p:cNvSpPr/>
              <p:nvPr/>
            </p:nvSpPr>
            <p:spPr>
              <a:xfrm>
                <a:off x="1415545" y="683821"/>
                <a:ext cx="117777" cy="117775"/>
              </a:xfrm>
              <a:custGeom>
                <a:avLst/>
                <a:gdLst/>
                <a:ahLst/>
                <a:cxnLst/>
                <a:rect l="l" t="t" r="r" b="b"/>
                <a:pathLst>
                  <a:path w="131" h="131" extrusionOk="0">
                    <a:moveTo>
                      <a:pt x="131" y="65"/>
                    </a:moveTo>
                    <a:cubicBezTo>
                      <a:pt x="131" y="29"/>
                      <a:pt x="101" y="0"/>
                      <a:pt x="65" y="0"/>
                    </a:cubicBezTo>
                    <a:cubicBezTo>
                      <a:pt x="29" y="0"/>
                      <a:pt x="0" y="29"/>
                      <a:pt x="0" y="65"/>
                    </a:cubicBezTo>
                    <a:cubicBezTo>
                      <a:pt x="0" y="102"/>
                      <a:pt x="29" y="131"/>
                      <a:pt x="65" y="131"/>
                    </a:cubicBezTo>
                    <a:cubicBezTo>
                      <a:pt x="101" y="131"/>
                      <a:pt x="131" y="102"/>
                      <a:pt x="131" y="65"/>
                    </a:cubicBezTo>
                    <a:close/>
                  </a:path>
                </a:pathLst>
              </a:custGeom>
              <a:solidFill>
                <a:schemeClr val="accent2"/>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424" name="Google Shape;424;p19"/>
            <p:cNvGrpSpPr/>
            <p:nvPr/>
          </p:nvGrpSpPr>
          <p:grpSpPr>
            <a:xfrm>
              <a:off x="8510002" y="352415"/>
              <a:ext cx="228440" cy="228440"/>
              <a:chOff x="4862880" y="3103920"/>
              <a:chExt cx="708121" cy="708121"/>
            </a:xfrm>
          </p:grpSpPr>
          <p:sp>
            <p:nvSpPr>
              <p:cNvPr id="425" name="Google Shape;425;p19"/>
              <p:cNvSpPr/>
              <p:nvPr/>
            </p:nvSpPr>
            <p:spPr>
              <a:xfrm>
                <a:off x="4862880" y="3103920"/>
                <a:ext cx="708121" cy="708121"/>
              </a:xfrm>
              <a:custGeom>
                <a:avLst/>
                <a:gdLst/>
                <a:ahLst/>
                <a:cxnLst/>
                <a:rect l="l" t="t" r="r" b="b"/>
                <a:pathLst>
                  <a:path w="1968" h="1968" extrusionOk="0">
                    <a:moveTo>
                      <a:pt x="1968" y="0"/>
                    </a:moveTo>
                    <a:lnTo>
                      <a:pt x="0" y="0"/>
                    </a:lnTo>
                    <a:lnTo>
                      <a:pt x="0" y="1968"/>
                    </a:lnTo>
                    <a:lnTo>
                      <a:pt x="1968"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26" name="Google Shape;426;p19"/>
              <p:cNvGrpSpPr/>
              <p:nvPr/>
            </p:nvGrpSpPr>
            <p:grpSpPr>
              <a:xfrm>
                <a:off x="4862880" y="3103920"/>
                <a:ext cx="708121" cy="708121"/>
                <a:chOff x="4862880" y="3103920"/>
                <a:chExt cx="708121" cy="708121"/>
              </a:xfrm>
            </p:grpSpPr>
            <p:sp>
              <p:nvSpPr>
                <p:cNvPr id="427" name="Google Shape;427;p19"/>
                <p:cNvSpPr/>
                <p:nvPr/>
              </p:nvSpPr>
              <p:spPr>
                <a:xfrm>
                  <a:off x="4862880" y="3103920"/>
                  <a:ext cx="708121" cy="708121"/>
                </a:xfrm>
                <a:custGeom>
                  <a:avLst/>
                  <a:gdLst/>
                  <a:ahLst/>
                  <a:cxnLst/>
                  <a:rect l="l" t="t" r="r" b="b"/>
                  <a:pathLst>
                    <a:path w="1968" h="1968" extrusionOk="0">
                      <a:moveTo>
                        <a:pt x="0" y="0"/>
                      </a:moveTo>
                      <a:lnTo>
                        <a:pt x="1968" y="1968"/>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8" name="Google Shape;428;p19"/>
                <p:cNvSpPr/>
                <p:nvPr/>
              </p:nvSpPr>
              <p:spPr>
                <a:xfrm>
                  <a:off x="4862880" y="3103920"/>
                  <a:ext cx="708121" cy="708121"/>
                </a:xfrm>
                <a:custGeom>
                  <a:avLst/>
                  <a:gdLst/>
                  <a:ahLst/>
                  <a:cxnLst/>
                  <a:rect l="l" t="t" r="r" b="b"/>
                  <a:pathLst>
                    <a:path w="1968" h="1968" extrusionOk="0">
                      <a:moveTo>
                        <a:pt x="1968" y="0"/>
                      </a:moveTo>
                      <a:lnTo>
                        <a:pt x="0"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sp>
        <p:nvSpPr>
          <p:cNvPr id="429" name="Google Shape;429;p19"/>
          <p:cNvSpPr txBox="1">
            <a:spLocks noGrp="1"/>
          </p:cNvSpPr>
          <p:nvPr>
            <p:ph type="title"/>
          </p:nvPr>
        </p:nvSpPr>
        <p:spPr>
          <a:xfrm>
            <a:off x="720000" y="6736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30" name="Google Shape;430;p19"/>
          <p:cNvGrpSpPr/>
          <p:nvPr/>
        </p:nvGrpSpPr>
        <p:grpSpPr>
          <a:xfrm flipH="1">
            <a:off x="8576765" y="2667863"/>
            <a:ext cx="512280" cy="783720"/>
            <a:chOff x="585290" y="1686913"/>
            <a:chExt cx="512280" cy="783720"/>
          </a:xfrm>
        </p:grpSpPr>
        <p:sp>
          <p:nvSpPr>
            <p:cNvPr id="431" name="Google Shape;431;p19"/>
            <p:cNvSpPr/>
            <p:nvPr/>
          </p:nvSpPr>
          <p:spPr>
            <a:xfrm>
              <a:off x="585290" y="1686913"/>
              <a:ext cx="171720" cy="195840"/>
            </a:xfrm>
            <a:custGeom>
              <a:avLst/>
              <a:gdLst/>
              <a:ahLst/>
              <a:cxnLst/>
              <a:rect l="l" t="t" r="r" b="b"/>
              <a:pathLst>
                <a:path w="477" h="544" extrusionOk="0">
                  <a:moveTo>
                    <a:pt x="477" y="0"/>
                  </a:moveTo>
                  <a:lnTo>
                    <a:pt x="0" y="0"/>
                  </a:lnTo>
                  <a:lnTo>
                    <a:pt x="0" y="544"/>
                  </a:lnTo>
                  <a:lnTo>
                    <a:pt x="477" y="544"/>
                  </a:lnTo>
                  <a:lnTo>
                    <a:pt x="477" y="0"/>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32" name="Google Shape;432;p19"/>
            <p:cNvSpPr/>
            <p:nvPr/>
          </p:nvSpPr>
          <p:spPr>
            <a:xfrm>
              <a:off x="585290" y="1882753"/>
              <a:ext cx="171720" cy="196200"/>
            </a:xfrm>
            <a:custGeom>
              <a:avLst/>
              <a:gdLst/>
              <a:ahLst/>
              <a:cxnLst/>
              <a:rect l="l" t="t" r="r" b="b"/>
              <a:pathLst>
                <a:path w="477" h="545" extrusionOk="0">
                  <a:moveTo>
                    <a:pt x="477" y="0"/>
                  </a:moveTo>
                  <a:lnTo>
                    <a:pt x="0" y="0"/>
                  </a:lnTo>
                  <a:lnTo>
                    <a:pt x="0" y="545"/>
                  </a:lnTo>
                  <a:lnTo>
                    <a:pt x="477" y="545"/>
                  </a:lnTo>
                  <a:lnTo>
                    <a:pt x="477" y="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33" name="Google Shape;433;p19"/>
            <p:cNvSpPr/>
            <p:nvPr/>
          </p:nvSpPr>
          <p:spPr>
            <a:xfrm>
              <a:off x="585290" y="2078953"/>
              <a:ext cx="171720" cy="195840"/>
            </a:xfrm>
            <a:custGeom>
              <a:avLst/>
              <a:gdLst/>
              <a:ahLst/>
              <a:cxnLst/>
              <a:rect l="l" t="t" r="r" b="b"/>
              <a:pathLst>
                <a:path w="477" h="544" extrusionOk="0">
                  <a:moveTo>
                    <a:pt x="477" y="0"/>
                  </a:moveTo>
                  <a:lnTo>
                    <a:pt x="0" y="0"/>
                  </a:lnTo>
                  <a:lnTo>
                    <a:pt x="0" y="544"/>
                  </a:lnTo>
                  <a:lnTo>
                    <a:pt x="477" y="544"/>
                  </a:lnTo>
                  <a:lnTo>
                    <a:pt x="477" y="0"/>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34" name="Google Shape;434;p19"/>
            <p:cNvSpPr/>
            <p:nvPr/>
          </p:nvSpPr>
          <p:spPr>
            <a:xfrm>
              <a:off x="585290" y="2274793"/>
              <a:ext cx="171720" cy="195840"/>
            </a:xfrm>
            <a:custGeom>
              <a:avLst/>
              <a:gdLst/>
              <a:ahLst/>
              <a:cxnLst/>
              <a:rect l="l" t="t" r="r" b="b"/>
              <a:pathLst>
                <a:path w="477" h="544" extrusionOk="0">
                  <a:moveTo>
                    <a:pt x="477" y="0"/>
                  </a:moveTo>
                  <a:lnTo>
                    <a:pt x="0" y="0"/>
                  </a:lnTo>
                  <a:lnTo>
                    <a:pt x="0" y="544"/>
                  </a:lnTo>
                  <a:lnTo>
                    <a:pt x="477" y="544"/>
                  </a:lnTo>
                  <a:lnTo>
                    <a:pt x="477"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35" name="Google Shape;435;p19"/>
            <p:cNvGrpSpPr/>
            <p:nvPr/>
          </p:nvGrpSpPr>
          <p:grpSpPr>
            <a:xfrm>
              <a:off x="688970" y="1749913"/>
              <a:ext cx="408600" cy="485280"/>
              <a:chOff x="7171920" y="1188000"/>
              <a:chExt cx="408600" cy="485280"/>
            </a:xfrm>
          </p:grpSpPr>
          <p:sp>
            <p:nvSpPr>
              <p:cNvPr id="436" name="Google Shape;436;p19"/>
              <p:cNvSpPr/>
              <p:nvPr/>
            </p:nvSpPr>
            <p:spPr>
              <a:xfrm>
                <a:off x="7171920" y="1310400"/>
                <a:ext cx="306720" cy="362880"/>
              </a:xfrm>
              <a:custGeom>
                <a:avLst/>
                <a:gdLst/>
                <a:ahLst/>
                <a:cxnLst/>
                <a:rect l="l" t="t" r="r" b="b"/>
                <a:pathLst>
                  <a:path w="852" h="1008" extrusionOk="0">
                    <a:moveTo>
                      <a:pt x="52" y="979"/>
                    </a:moveTo>
                    <a:lnTo>
                      <a:pt x="29" y="954"/>
                    </a:lnTo>
                    <a:cubicBezTo>
                      <a:pt x="-9" y="914"/>
                      <a:pt x="-10" y="847"/>
                      <a:pt x="25" y="805"/>
                    </a:cubicBezTo>
                    <a:lnTo>
                      <a:pt x="689" y="8"/>
                    </a:lnTo>
                    <a:cubicBezTo>
                      <a:pt x="697" y="-2"/>
                      <a:pt x="710" y="-2"/>
                      <a:pt x="719" y="7"/>
                    </a:cubicBezTo>
                    <a:lnTo>
                      <a:pt x="846" y="144"/>
                    </a:lnTo>
                    <a:cubicBezTo>
                      <a:pt x="854" y="153"/>
                      <a:pt x="854" y="168"/>
                      <a:pt x="846" y="178"/>
                    </a:cubicBezTo>
                    <a:lnTo>
                      <a:pt x="182" y="975"/>
                    </a:lnTo>
                    <a:cubicBezTo>
                      <a:pt x="147" y="1018"/>
                      <a:pt x="89" y="1019"/>
                      <a:pt x="52" y="979"/>
                    </a:cubicBez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37" name="Google Shape;437;p19"/>
              <p:cNvSpPr/>
              <p:nvPr/>
            </p:nvSpPr>
            <p:spPr>
              <a:xfrm>
                <a:off x="7371000" y="1272600"/>
                <a:ext cx="147240" cy="159480"/>
              </a:xfrm>
              <a:custGeom>
                <a:avLst/>
                <a:gdLst/>
                <a:ahLst/>
                <a:cxnLst/>
                <a:rect l="l" t="t" r="r" b="b"/>
                <a:pathLst>
                  <a:path w="409" h="443" extrusionOk="0">
                    <a:moveTo>
                      <a:pt x="0" y="0"/>
                    </a:moveTo>
                    <a:lnTo>
                      <a:pt x="409" y="443"/>
                    </a:lnTo>
                    <a:lnTo>
                      <a:pt x="0"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38" name="Google Shape;438;p19"/>
              <p:cNvSpPr/>
              <p:nvPr/>
            </p:nvSpPr>
            <p:spPr>
              <a:xfrm>
                <a:off x="7408080" y="1188000"/>
                <a:ext cx="172440" cy="199800"/>
              </a:xfrm>
              <a:custGeom>
                <a:avLst/>
                <a:gdLst/>
                <a:ahLst/>
                <a:cxnLst/>
                <a:rect l="l" t="t" r="r" b="b"/>
                <a:pathLst>
                  <a:path w="479" h="555" extrusionOk="0">
                    <a:moveTo>
                      <a:pt x="193" y="555"/>
                    </a:moveTo>
                    <a:lnTo>
                      <a:pt x="0" y="347"/>
                    </a:lnTo>
                    <a:lnTo>
                      <a:pt x="255" y="40"/>
                    </a:lnTo>
                    <a:cubicBezTo>
                      <a:pt x="299" y="-12"/>
                      <a:pt x="370" y="-14"/>
                      <a:pt x="416" y="36"/>
                    </a:cubicBezTo>
                    <a:lnTo>
                      <a:pt x="444" y="66"/>
                    </a:lnTo>
                    <a:cubicBezTo>
                      <a:pt x="490" y="115"/>
                      <a:pt x="491" y="197"/>
                      <a:pt x="448" y="249"/>
                    </a:cubicBezTo>
                    <a:lnTo>
                      <a:pt x="193" y="555"/>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grpSp>
      </p:grpSp>
      <p:grpSp>
        <p:nvGrpSpPr>
          <p:cNvPr id="439" name="Google Shape;439;p19"/>
          <p:cNvGrpSpPr/>
          <p:nvPr/>
        </p:nvGrpSpPr>
        <p:grpSpPr>
          <a:xfrm>
            <a:off x="414905" y="790340"/>
            <a:ext cx="122400" cy="729000"/>
            <a:chOff x="5663880" y="1684440"/>
            <a:chExt cx="122400" cy="729000"/>
          </a:xfrm>
        </p:grpSpPr>
        <p:sp>
          <p:nvSpPr>
            <p:cNvPr id="440" name="Google Shape;440;p19"/>
            <p:cNvSpPr/>
            <p:nvPr/>
          </p:nvSpPr>
          <p:spPr>
            <a:xfrm>
              <a:off x="5715360" y="1684440"/>
              <a:ext cx="0" cy="729000"/>
            </a:xfrm>
            <a:custGeom>
              <a:avLst/>
              <a:gdLst/>
              <a:ahLst/>
              <a:cxnLst/>
              <a:rect l="l" t="t" r="r" b="b"/>
              <a:pathLst>
                <a:path w="120000" h="2025" extrusionOk="0">
                  <a:moveTo>
                    <a:pt x="0" y="0"/>
                  </a:moveTo>
                  <a:lnTo>
                    <a:pt x="0" y="2025"/>
                  </a:lnTo>
                  <a:lnTo>
                    <a:pt x="0"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41" name="Google Shape;441;p19"/>
            <p:cNvSpPr/>
            <p:nvPr/>
          </p:nvSpPr>
          <p:spPr>
            <a:xfrm>
              <a:off x="5683320" y="2183400"/>
              <a:ext cx="102960" cy="102960"/>
            </a:xfrm>
            <a:custGeom>
              <a:avLst/>
              <a:gdLst/>
              <a:ahLst/>
              <a:cxnLst/>
              <a:rect l="l" t="t" r="r" b="b"/>
              <a:pathLst>
                <a:path w="286" h="286" extrusionOk="0">
                  <a:moveTo>
                    <a:pt x="286" y="143"/>
                  </a:moveTo>
                  <a:cubicBezTo>
                    <a:pt x="286" y="64"/>
                    <a:pt x="222" y="0"/>
                    <a:pt x="143" y="0"/>
                  </a:cubicBezTo>
                  <a:cubicBezTo>
                    <a:pt x="64" y="0"/>
                    <a:pt x="0" y="64"/>
                    <a:pt x="0" y="143"/>
                  </a:cubicBezTo>
                  <a:cubicBezTo>
                    <a:pt x="0" y="221"/>
                    <a:pt x="64" y="286"/>
                    <a:pt x="143" y="286"/>
                  </a:cubicBezTo>
                  <a:cubicBezTo>
                    <a:pt x="222" y="286"/>
                    <a:pt x="286" y="221"/>
                    <a:pt x="286" y="14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442" name="Google Shape;442;p19"/>
            <p:cNvSpPr/>
            <p:nvPr/>
          </p:nvSpPr>
          <p:spPr>
            <a:xfrm>
              <a:off x="5663880" y="2163600"/>
              <a:ext cx="102960" cy="102960"/>
            </a:xfrm>
            <a:custGeom>
              <a:avLst/>
              <a:gdLst/>
              <a:ahLst/>
              <a:cxnLst/>
              <a:rect l="l" t="t" r="r" b="b"/>
              <a:pathLst>
                <a:path w="286" h="286" extrusionOk="0">
                  <a:moveTo>
                    <a:pt x="286" y="143"/>
                  </a:moveTo>
                  <a:cubicBezTo>
                    <a:pt x="286" y="65"/>
                    <a:pt x="222" y="0"/>
                    <a:pt x="143" y="0"/>
                  </a:cubicBezTo>
                  <a:cubicBezTo>
                    <a:pt x="64" y="0"/>
                    <a:pt x="0" y="65"/>
                    <a:pt x="0" y="143"/>
                  </a:cubicBezTo>
                  <a:cubicBezTo>
                    <a:pt x="0" y="223"/>
                    <a:pt x="64" y="286"/>
                    <a:pt x="143" y="286"/>
                  </a:cubicBezTo>
                  <a:cubicBezTo>
                    <a:pt x="222" y="286"/>
                    <a:pt x="286" y="223"/>
                    <a:pt x="286" y="143"/>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43"/>
        <p:cNvGrpSpPr/>
        <p:nvPr/>
      </p:nvGrpSpPr>
      <p:grpSpPr>
        <a:xfrm>
          <a:off x="0" y="0"/>
          <a:ext cx="0" cy="0"/>
          <a:chOff x="0" y="0"/>
          <a:chExt cx="0" cy="0"/>
        </a:xfrm>
      </p:grpSpPr>
      <p:grpSp>
        <p:nvGrpSpPr>
          <p:cNvPr id="444" name="Google Shape;444;p20"/>
          <p:cNvGrpSpPr/>
          <p:nvPr/>
        </p:nvGrpSpPr>
        <p:grpSpPr>
          <a:xfrm>
            <a:off x="238125" y="238200"/>
            <a:ext cx="8667773" cy="4667101"/>
            <a:chOff x="238125" y="238200"/>
            <a:chExt cx="8667773" cy="4667101"/>
          </a:xfrm>
        </p:grpSpPr>
        <p:sp>
          <p:nvSpPr>
            <p:cNvPr id="445" name="Google Shape;445;p20"/>
            <p:cNvSpPr/>
            <p:nvPr/>
          </p:nvSpPr>
          <p:spPr>
            <a:xfrm>
              <a:off x="238125" y="238200"/>
              <a:ext cx="8667773" cy="4667101"/>
            </a:xfrm>
            <a:custGeom>
              <a:avLst/>
              <a:gdLst/>
              <a:ahLst/>
              <a:cxnLst/>
              <a:rect l="l" t="t" r="r" b="b"/>
              <a:pathLst>
                <a:path w="4122" h="3091" extrusionOk="0">
                  <a:moveTo>
                    <a:pt x="4122" y="3091"/>
                  </a:moveTo>
                  <a:lnTo>
                    <a:pt x="0" y="3091"/>
                  </a:lnTo>
                  <a:lnTo>
                    <a:pt x="0" y="0"/>
                  </a:lnTo>
                  <a:lnTo>
                    <a:pt x="4122" y="0"/>
                  </a:lnTo>
                  <a:lnTo>
                    <a:pt x="4122" y="3091"/>
                  </a:lnTo>
                  <a:close/>
                </a:path>
              </a:pathLst>
            </a:custGeom>
            <a:solidFill>
              <a:schemeClr val="lt2"/>
            </a:solidFill>
            <a:ln w="12600" cap="flat" cmpd="sng">
              <a:solidFill>
                <a:schemeClr val="dk1"/>
              </a:solidFill>
              <a:prstDash val="solid"/>
              <a:bevel/>
              <a:headEnd type="none" w="sm" len="sm"/>
              <a:tailEnd type="none" w="sm" len="sm"/>
            </a:ln>
            <a:effectLst>
              <a:outerShdw dist="114300" dir="3060000" algn="bl" rotWithShape="0">
                <a:schemeClr val="accent5"/>
              </a:outerShdw>
            </a:effectLst>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6" name="Google Shape;446;p20"/>
            <p:cNvSpPr/>
            <p:nvPr/>
          </p:nvSpPr>
          <p:spPr>
            <a:xfrm>
              <a:off x="238126" y="691061"/>
              <a:ext cx="8667762" cy="163800"/>
            </a:xfrm>
            <a:custGeom>
              <a:avLst/>
              <a:gdLst/>
              <a:ahLst/>
              <a:cxnLst/>
              <a:rect l="l" t="t" r="r" b="b"/>
              <a:pathLst>
                <a:path w="4122" h="120000" extrusionOk="0">
                  <a:moveTo>
                    <a:pt x="0" y="0"/>
                  </a:moveTo>
                  <a:lnTo>
                    <a:pt x="4122" y="0"/>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47" name="Google Shape;447;p20"/>
            <p:cNvGrpSpPr/>
            <p:nvPr/>
          </p:nvGrpSpPr>
          <p:grpSpPr>
            <a:xfrm>
              <a:off x="397155" y="400429"/>
              <a:ext cx="762108" cy="132273"/>
              <a:chOff x="854747" y="683821"/>
              <a:chExt cx="678575" cy="117775"/>
            </a:xfrm>
          </p:grpSpPr>
          <p:sp>
            <p:nvSpPr>
              <p:cNvPr id="448" name="Google Shape;448;p20"/>
              <p:cNvSpPr/>
              <p:nvPr/>
            </p:nvSpPr>
            <p:spPr>
              <a:xfrm>
                <a:off x="854747" y="683821"/>
                <a:ext cx="117777" cy="117775"/>
              </a:xfrm>
              <a:custGeom>
                <a:avLst/>
                <a:gdLst/>
                <a:ahLst/>
                <a:cxnLst/>
                <a:rect l="l" t="t" r="r" b="b"/>
                <a:pathLst>
                  <a:path w="131" h="131" extrusionOk="0">
                    <a:moveTo>
                      <a:pt x="131" y="65"/>
                    </a:moveTo>
                    <a:cubicBezTo>
                      <a:pt x="131" y="29"/>
                      <a:pt x="101" y="0"/>
                      <a:pt x="66" y="0"/>
                    </a:cubicBezTo>
                    <a:cubicBezTo>
                      <a:pt x="29" y="0"/>
                      <a:pt x="0" y="29"/>
                      <a:pt x="0" y="65"/>
                    </a:cubicBezTo>
                    <a:cubicBezTo>
                      <a:pt x="0" y="102"/>
                      <a:pt x="29" y="131"/>
                      <a:pt x="66" y="131"/>
                    </a:cubicBezTo>
                    <a:cubicBezTo>
                      <a:pt x="101" y="131"/>
                      <a:pt x="131" y="102"/>
                      <a:pt x="131" y="65"/>
                    </a:cubicBezTo>
                    <a:close/>
                  </a:path>
                </a:pathLst>
              </a:custGeom>
              <a:solidFill>
                <a:schemeClr val="accent6"/>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9" name="Google Shape;449;p20"/>
              <p:cNvSpPr/>
              <p:nvPr/>
            </p:nvSpPr>
            <p:spPr>
              <a:xfrm>
                <a:off x="1134693" y="683821"/>
                <a:ext cx="117777" cy="117775"/>
              </a:xfrm>
              <a:custGeom>
                <a:avLst/>
                <a:gdLst/>
                <a:ahLst/>
                <a:cxnLst/>
                <a:rect l="l" t="t" r="r" b="b"/>
                <a:pathLst>
                  <a:path w="131" h="131" extrusionOk="0">
                    <a:moveTo>
                      <a:pt x="131" y="65"/>
                    </a:moveTo>
                    <a:cubicBezTo>
                      <a:pt x="131" y="29"/>
                      <a:pt x="102" y="0"/>
                      <a:pt x="66" y="0"/>
                    </a:cubicBezTo>
                    <a:cubicBezTo>
                      <a:pt x="29" y="0"/>
                      <a:pt x="0" y="29"/>
                      <a:pt x="0" y="65"/>
                    </a:cubicBezTo>
                    <a:cubicBezTo>
                      <a:pt x="0" y="102"/>
                      <a:pt x="29" y="131"/>
                      <a:pt x="66" y="131"/>
                    </a:cubicBezTo>
                    <a:cubicBezTo>
                      <a:pt x="102" y="131"/>
                      <a:pt x="131" y="102"/>
                      <a:pt x="131" y="65"/>
                    </a:cubicBezTo>
                    <a:close/>
                  </a:path>
                </a:pathLst>
              </a:custGeom>
              <a:solidFill>
                <a:schemeClr val="accent5"/>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0" name="Google Shape;450;p20"/>
              <p:cNvSpPr/>
              <p:nvPr/>
            </p:nvSpPr>
            <p:spPr>
              <a:xfrm>
                <a:off x="1415545" y="683821"/>
                <a:ext cx="117777" cy="117775"/>
              </a:xfrm>
              <a:custGeom>
                <a:avLst/>
                <a:gdLst/>
                <a:ahLst/>
                <a:cxnLst/>
                <a:rect l="l" t="t" r="r" b="b"/>
                <a:pathLst>
                  <a:path w="131" h="131" extrusionOk="0">
                    <a:moveTo>
                      <a:pt x="131" y="65"/>
                    </a:moveTo>
                    <a:cubicBezTo>
                      <a:pt x="131" y="29"/>
                      <a:pt x="101" y="0"/>
                      <a:pt x="65" y="0"/>
                    </a:cubicBezTo>
                    <a:cubicBezTo>
                      <a:pt x="29" y="0"/>
                      <a:pt x="0" y="29"/>
                      <a:pt x="0" y="65"/>
                    </a:cubicBezTo>
                    <a:cubicBezTo>
                      <a:pt x="0" y="102"/>
                      <a:pt x="29" y="131"/>
                      <a:pt x="65" y="131"/>
                    </a:cubicBezTo>
                    <a:cubicBezTo>
                      <a:pt x="101" y="131"/>
                      <a:pt x="131" y="102"/>
                      <a:pt x="131" y="65"/>
                    </a:cubicBezTo>
                    <a:close/>
                  </a:path>
                </a:pathLst>
              </a:custGeom>
              <a:solidFill>
                <a:schemeClr val="accent2"/>
              </a:solidFill>
              <a:ln>
                <a:noFill/>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451" name="Google Shape;451;p20"/>
            <p:cNvGrpSpPr/>
            <p:nvPr/>
          </p:nvGrpSpPr>
          <p:grpSpPr>
            <a:xfrm>
              <a:off x="8510002" y="352415"/>
              <a:ext cx="228440" cy="228440"/>
              <a:chOff x="4862880" y="3103920"/>
              <a:chExt cx="708121" cy="708121"/>
            </a:xfrm>
          </p:grpSpPr>
          <p:sp>
            <p:nvSpPr>
              <p:cNvPr id="452" name="Google Shape;452;p20"/>
              <p:cNvSpPr/>
              <p:nvPr/>
            </p:nvSpPr>
            <p:spPr>
              <a:xfrm>
                <a:off x="4862880" y="3103920"/>
                <a:ext cx="708121" cy="708121"/>
              </a:xfrm>
              <a:custGeom>
                <a:avLst/>
                <a:gdLst/>
                <a:ahLst/>
                <a:cxnLst/>
                <a:rect l="l" t="t" r="r" b="b"/>
                <a:pathLst>
                  <a:path w="1968" h="1968" extrusionOk="0">
                    <a:moveTo>
                      <a:pt x="1968" y="0"/>
                    </a:moveTo>
                    <a:lnTo>
                      <a:pt x="0" y="0"/>
                    </a:lnTo>
                    <a:lnTo>
                      <a:pt x="0" y="1968"/>
                    </a:lnTo>
                    <a:lnTo>
                      <a:pt x="1968"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53" name="Google Shape;453;p20"/>
              <p:cNvGrpSpPr/>
              <p:nvPr/>
            </p:nvGrpSpPr>
            <p:grpSpPr>
              <a:xfrm>
                <a:off x="4862880" y="3103920"/>
                <a:ext cx="708121" cy="708121"/>
                <a:chOff x="4862880" y="3103920"/>
                <a:chExt cx="708121" cy="708121"/>
              </a:xfrm>
            </p:grpSpPr>
            <p:sp>
              <p:nvSpPr>
                <p:cNvPr id="454" name="Google Shape;454;p20"/>
                <p:cNvSpPr/>
                <p:nvPr/>
              </p:nvSpPr>
              <p:spPr>
                <a:xfrm>
                  <a:off x="4862880" y="3103920"/>
                  <a:ext cx="708121" cy="708121"/>
                </a:xfrm>
                <a:custGeom>
                  <a:avLst/>
                  <a:gdLst/>
                  <a:ahLst/>
                  <a:cxnLst/>
                  <a:rect l="l" t="t" r="r" b="b"/>
                  <a:pathLst>
                    <a:path w="1968" h="1968" extrusionOk="0">
                      <a:moveTo>
                        <a:pt x="0" y="0"/>
                      </a:moveTo>
                      <a:lnTo>
                        <a:pt x="1968" y="1968"/>
                      </a:lnTo>
                      <a:lnTo>
                        <a:pt x="0"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5" name="Google Shape;455;p20"/>
                <p:cNvSpPr/>
                <p:nvPr/>
              </p:nvSpPr>
              <p:spPr>
                <a:xfrm>
                  <a:off x="4862880" y="3103920"/>
                  <a:ext cx="708121" cy="708121"/>
                </a:xfrm>
                <a:custGeom>
                  <a:avLst/>
                  <a:gdLst/>
                  <a:ahLst/>
                  <a:cxnLst/>
                  <a:rect l="l" t="t" r="r" b="b"/>
                  <a:pathLst>
                    <a:path w="1968" h="1968" extrusionOk="0">
                      <a:moveTo>
                        <a:pt x="1968" y="0"/>
                      </a:moveTo>
                      <a:lnTo>
                        <a:pt x="0" y="1968"/>
                      </a:lnTo>
                      <a:lnTo>
                        <a:pt x="1968" y="0"/>
                      </a:lnTo>
                      <a:close/>
                    </a:path>
                  </a:pathLst>
                </a:custGeom>
                <a:noFill/>
                <a:ln w="12600" cap="flat" cmpd="sng">
                  <a:solidFill>
                    <a:schemeClr val="dk1"/>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sp>
        <p:nvSpPr>
          <p:cNvPr id="456" name="Google Shape;456;p20"/>
          <p:cNvSpPr txBox="1">
            <a:spLocks noGrp="1"/>
          </p:cNvSpPr>
          <p:nvPr>
            <p:ph type="ctrTitle"/>
          </p:nvPr>
        </p:nvSpPr>
        <p:spPr>
          <a:xfrm>
            <a:off x="2125800" y="825725"/>
            <a:ext cx="4892400" cy="1072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8500"/>
              <a:buNone/>
              <a:defRPr sz="6000"/>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457" name="Google Shape;457;p20"/>
          <p:cNvSpPr txBox="1">
            <a:spLocks noGrp="1"/>
          </p:cNvSpPr>
          <p:nvPr>
            <p:ph type="subTitle" idx="1"/>
          </p:nvPr>
        </p:nvSpPr>
        <p:spPr>
          <a:xfrm>
            <a:off x="2125800" y="1669900"/>
            <a:ext cx="4892400" cy="12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458" name="Google Shape;458;p20"/>
          <p:cNvSpPr txBox="1"/>
          <p:nvPr/>
        </p:nvSpPr>
        <p:spPr>
          <a:xfrm>
            <a:off x="2125800" y="3688925"/>
            <a:ext cx="4892400" cy="554100"/>
          </a:xfrm>
          <a:prstGeom prst="rect">
            <a:avLst/>
          </a:prstGeom>
          <a:noFill/>
          <a:ln>
            <a:noFill/>
          </a:ln>
        </p:spPr>
        <p:txBody>
          <a:bodyPr spcFirstLastPara="1" wrap="square" lIns="91425" tIns="91425" rIns="91425" bIns="91425" anchor="ctr" anchorCtr="0">
            <a:noAutofit/>
          </a:bodyPr>
          <a:lstStyle/>
          <a:p>
            <a:pPr marL="0" lvl="0" indent="0" algn="ctr" rtl="0">
              <a:spcBef>
                <a:spcPts val="300"/>
              </a:spcBef>
              <a:spcAft>
                <a:spcPts val="0"/>
              </a:spcAft>
              <a:buNone/>
            </a:pPr>
            <a:r>
              <a:rPr lang="en-GB" sz="1000">
                <a:solidFill>
                  <a:schemeClr val="dk1"/>
                </a:solidFill>
                <a:latin typeface="Open Sans" panose="020B0606030504020204"/>
                <a:ea typeface="Open Sans" panose="020B0606030504020204"/>
                <a:cs typeface="Open Sans" panose="020B0606030504020204"/>
                <a:sym typeface="Open Sans" panose="020B0606030504020204"/>
              </a:rPr>
              <a:t>CREDITS: This presentation template was created by </a:t>
            </a:r>
            <a:r>
              <a:rPr lang="en-GB" sz="1000" b="1" u="sng">
                <a:solidFill>
                  <a:schemeClr val="dk1"/>
                </a:solidFill>
                <a:latin typeface="Open Sans" panose="020B0606030504020204"/>
                <a:ea typeface="Open Sans" panose="020B0606030504020204"/>
                <a:cs typeface="Open Sans" panose="020B0606030504020204"/>
                <a:sym typeface="Open Sans" panose="020B0606030504020204"/>
                <a:hlinkClick r:id="rId2"/>
              </a:rPr>
              <a:t>Slidesgo</a:t>
            </a:r>
            <a:r>
              <a:rPr lang="en-GB" sz="1000">
                <a:solidFill>
                  <a:schemeClr val="dk1"/>
                </a:solidFill>
                <a:latin typeface="Open Sans" panose="020B0606030504020204"/>
                <a:ea typeface="Open Sans" panose="020B0606030504020204"/>
                <a:cs typeface="Open Sans" panose="020B0606030504020204"/>
                <a:sym typeface="Open Sans" panose="020B0606030504020204"/>
              </a:rPr>
              <a:t>, and includes icons by </a:t>
            </a:r>
            <a:r>
              <a:rPr lang="en-GB" sz="1000" b="1" u="sng">
                <a:solidFill>
                  <a:schemeClr val="dk1"/>
                </a:solidFill>
                <a:latin typeface="Open Sans" panose="020B0606030504020204"/>
                <a:ea typeface="Open Sans" panose="020B0606030504020204"/>
                <a:cs typeface="Open Sans" panose="020B0606030504020204"/>
                <a:sym typeface="Open Sans" panose="020B0606030504020204"/>
                <a:hlinkClick r:id="rId3"/>
              </a:rPr>
              <a:t>Flaticon</a:t>
            </a:r>
            <a:r>
              <a:rPr lang="en-GB" sz="1000">
                <a:solidFill>
                  <a:schemeClr val="dk1"/>
                </a:solidFill>
                <a:latin typeface="Open Sans" panose="020B0606030504020204"/>
                <a:ea typeface="Open Sans" panose="020B0606030504020204"/>
                <a:cs typeface="Open Sans" panose="020B0606030504020204"/>
                <a:sym typeface="Open Sans" panose="020B0606030504020204"/>
              </a:rPr>
              <a:t>, and infographics &amp; images by </a:t>
            </a:r>
            <a:r>
              <a:rPr lang="en-GB" sz="1000" b="1" u="sng">
                <a:solidFill>
                  <a:schemeClr val="dk1"/>
                </a:solidFill>
                <a:latin typeface="Open Sans" panose="020B0606030504020204"/>
                <a:ea typeface="Open Sans" panose="020B0606030504020204"/>
                <a:cs typeface="Open Sans" panose="020B0606030504020204"/>
                <a:sym typeface="Open Sans" panose="020B0606030504020204"/>
                <a:hlinkClick r:id="rId4"/>
              </a:rPr>
              <a:t>Freepik</a:t>
            </a:r>
            <a:endParaRPr sz="1000" b="1" u="sng">
              <a:solidFill>
                <a:schemeClr val="dk1"/>
              </a:solidFill>
              <a:latin typeface="Open Sans" panose="020B0606030504020204"/>
              <a:ea typeface="Open Sans" panose="020B0606030504020204"/>
              <a:cs typeface="Open Sans" panose="020B0606030504020204"/>
              <a:sym typeface="Open Sans" panose="020B0606030504020204"/>
            </a:endParaRPr>
          </a:p>
        </p:txBody>
      </p:sp>
      <p:sp>
        <p:nvSpPr>
          <p:cNvPr id="459" name="Google Shape;459;p20"/>
          <p:cNvSpPr/>
          <p:nvPr/>
        </p:nvSpPr>
        <p:spPr>
          <a:xfrm>
            <a:off x="1353015" y="4393825"/>
            <a:ext cx="969483" cy="969483"/>
          </a:xfrm>
          <a:custGeom>
            <a:avLst/>
            <a:gdLst/>
            <a:ahLst/>
            <a:cxnLst/>
            <a:rect l="l" t="t" r="r" b="b"/>
            <a:pathLst>
              <a:path w="2694" h="2694" extrusionOk="0">
                <a:moveTo>
                  <a:pt x="1196" y="1785"/>
                </a:moveTo>
                <a:cubicBezTo>
                  <a:pt x="954" y="1701"/>
                  <a:pt x="826" y="1437"/>
                  <a:pt x="909" y="1195"/>
                </a:cubicBezTo>
                <a:cubicBezTo>
                  <a:pt x="993" y="953"/>
                  <a:pt x="1257" y="825"/>
                  <a:pt x="1499" y="909"/>
                </a:cubicBezTo>
                <a:cubicBezTo>
                  <a:pt x="1741" y="992"/>
                  <a:pt x="1869" y="1256"/>
                  <a:pt x="1785" y="1498"/>
                </a:cubicBezTo>
                <a:cubicBezTo>
                  <a:pt x="1702" y="1740"/>
                  <a:pt x="1438" y="1868"/>
                  <a:pt x="1196" y="1785"/>
                </a:cubicBezTo>
                <a:moveTo>
                  <a:pt x="2487" y="2076"/>
                </a:moveTo>
                <a:lnTo>
                  <a:pt x="2694" y="1477"/>
                </a:lnTo>
                <a:lnTo>
                  <a:pt x="2443" y="1391"/>
                </a:lnTo>
                <a:cubicBezTo>
                  <a:pt x="2446" y="1317"/>
                  <a:pt x="2442" y="1244"/>
                  <a:pt x="2430" y="1172"/>
                </a:cubicBezTo>
                <a:lnTo>
                  <a:pt x="2669" y="1056"/>
                </a:lnTo>
                <a:lnTo>
                  <a:pt x="2392" y="487"/>
                </a:lnTo>
                <a:lnTo>
                  <a:pt x="2154" y="603"/>
                </a:lnTo>
                <a:cubicBezTo>
                  <a:pt x="2105" y="549"/>
                  <a:pt x="2050" y="500"/>
                  <a:pt x="1990" y="457"/>
                </a:cubicBezTo>
                <a:lnTo>
                  <a:pt x="2076" y="206"/>
                </a:lnTo>
                <a:lnTo>
                  <a:pt x="1478" y="0"/>
                </a:lnTo>
                <a:lnTo>
                  <a:pt x="1391" y="250"/>
                </a:lnTo>
                <a:cubicBezTo>
                  <a:pt x="1318" y="247"/>
                  <a:pt x="1244" y="252"/>
                  <a:pt x="1173" y="263"/>
                </a:cubicBezTo>
                <a:lnTo>
                  <a:pt x="1057" y="25"/>
                </a:lnTo>
                <a:lnTo>
                  <a:pt x="487" y="302"/>
                </a:lnTo>
                <a:lnTo>
                  <a:pt x="603" y="541"/>
                </a:lnTo>
                <a:cubicBezTo>
                  <a:pt x="550" y="590"/>
                  <a:pt x="501" y="645"/>
                  <a:pt x="458" y="705"/>
                </a:cubicBezTo>
                <a:lnTo>
                  <a:pt x="207" y="618"/>
                </a:lnTo>
                <a:lnTo>
                  <a:pt x="0" y="1216"/>
                </a:lnTo>
                <a:lnTo>
                  <a:pt x="251" y="1303"/>
                </a:lnTo>
                <a:cubicBezTo>
                  <a:pt x="248" y="1377"/>
                  <a:pt x="253" y="1450"/>
                  <a:pt x="264" y="1522"/>
                </a:cubicBezTo>
                <a:lnTo>
                  <a:pt x="26" y="1637"/>
                </a:lnTo>
                <a:lnTo>
                  <a:pt x="303" y="2207"/>
                </a:lnTo>
                <a:lnTo>
                  <a:pt x="541" y="2091"/>
                </a:lnTo>
                <a:cubicBezTo>
                  <a:pt x="591" y="2144"/>
                  <a:pt x="645" y="2193"/>
                  <a:pt x="705" y="2236"/>
                </a:cubicBezTo>
                <a:lnTo>
                  <a:pt x="618" y="2487"/>
                </a:lnTo>
                <a:lnTo>
                  <a:pt x="1217" y="2694"/>
                </a:lnTo>
                <a:lnTo>
                  <a:pt x="1304" y="2443"/>
                </a:lnTo>
                <a:cubicBezTo>
                  <a:pt x="1377" y="2446"/>
                  <a:pt x="1451" y="2441"/>
                  <a:pt x="1522" y="2430"/>
                </a:cubicBezTo>
                <a:lnTo>
                  <a:pt x="1638" y="2668"/>
                </a:lnTo>
                <a:lnTo>
                  <a:pt x="2208" y="2391"/>
                </a:lnTo>
                <a:lnTo>
                  <a:pt x="2091" y="2153"/>
                </a:lnTo>
                <a:cubicBezTo>
                  <a:pt x="2145" y="2104"/>
                  <a:pt x="2194" y="2049"/>
                  <a:pt x="2237" y="1989"/>
                </a:cubicBezTo>
                <a:lnTo>
                  <a:pt x="2487" y="2076"/>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402358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736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Libre Franklin"/>
              <a:buNone/>
              <a:defRPr sz="2800" b="1">
                <a:solidFill>
                  <a:schemeClr val="dk1"/>
                </a:solidFill>
                <a:latin typeface="Libre Franklin"/>
                <a:ea typeface="Libre Franklin"/>
                <a:cs typeface="Libre Franklin"/>
                <a:sym typeface="Libre Franklin"/>
              </a:defRPr>
            </a:lvl1pPr>
            <a:lvl2pPr lvl="1">
              <a:spcBef>
                <a:spcPts val="0"/>
              </a:spcBef>
              <a:spcAft>
                <a:spcPts val="0"/>
              </a:spcAft>
              <a:buClr>
                <a:schemeClr val="dk1"/>
              </a:buClr>
              <a:buSzPts val="2800"/>
              <a:buFont typeface="Libre Franklin"/>
              <a:buNone/>
              <a:defRPr sz="2800" b="1">
                <a:solidFill>
                  <a:schemeClr val="dk1"/>
                </a:solidFill>
                <a:latin typeface="Libre Franklin"/>
                <a:ea typeface="Libre Franklin"/>
                <a:cs typeface="Libre Franklin"/>
                <a:sym typeface="Libre Franklin"/>
              </a:defRPr>
            </a:lvl2pPr>
            <a:lvl3pPr lvl="2">
              <a:spcBef>
                <a:spcPts val="0"/>
              </a:spcBef>
              <a:spcAft>
                <a:spcPts val="0"/>
              </a:spcAft>
              <a:buClr>
                <a:schemeClr val="dk1"/>
              </a:buClr>
              <a:buSzPts val="2800"/>
              <a:buFont typeface="Libre Franklin"/>
              <a:buNone/>
              <a:defRPr sz="2800" b="1">
                <a:solidFill>
                  <a:schemeClr val="dk1"/>
                </a:solidFill>
                <a:latin typeface="Libre Franklin"/>
                <a:ea typeface="Libre Franklin"/>
                <a:cs typeface="Libre Franklin"/>
                <a:sym typeface="Libre Franklin"/>
              </a:defRPr>
            </a:lvl3pPr>
            <a:lvl4pPr lvl="3">
              <a:spcBef>
                <a:spcPts val="0"/>
              </a:spcBef>
              <a:spcAft>
                <a:spcPts val="0"/>
              </a:spcAft>
              <a:buClr>
                <a:schemeClr val="dk1"/>
              </a:buClr>
              <a:buSzPts val="2800"/>
              <a:buFont typeface="Libre Franklin"/>
              <a:buNone/>
              <a:defRPr sz="2800" b="1">
                <a:solidFill>
                  <a:schemeClr val="dk1"/>
                </a:solidFill>
                <a:latin typeface="Libre Franklin"/>
                <a:ea typeface="Libre Franklin"/>
                <a:cs typeface="Libre Franklin"/>
                <a:sym typeface="Libre Franklin"/>
              </a:defRPr>
            </a:lvl4pPr>
            <a:lvl5pPr lvl="4">
              <a:spcBef>
                <a:spcPts val="0"/>
              </a:spcBef>
              <a:spcAft>
                <a:spcPts val="0"/>
              </a:spcAft>
              <a:buClr>
                <a:schemeClr val="dk1"/>
              </a:buClr>
              <a:buSzPts val="2800"/>
              <a:buFont typeface="Libre Franklin"/>
              <a:buNone/>
              <a:defRPr sz="2800" b="1">
                <a:solidFill>
                  <a:schemeClr val="dk1"/>
                </a:solidFill>
                <a:latin typeface="Libre Franklin"/>
                <a:ea typeface="Libre Franklin"/>
                <a:cs typeface="Libre Franklin"/>
                <a:sym typeface="Libre Franklin"/>
              </a:defRPr>
            </a:lvl5pPr>
            <a:lvl6pPr lvl="5">
              <a:spcBef>
                <a:spcPts val="0"/>
              </a:spcBef>
              <a:spcAft>
                <a:spcPts val="0"/>
              </a:spcAft>
              <a:buClr>
                <a:schemeClr val="dk1"/>
              </a:buClr>
              <a:buSzPts val="2800"/>
              <a:buFont typeface="Libre Franklin"/>
              <a:buNone/>
              <a:defRPr sz="2800" b="1">
                <a:solidFill>
                  <a:schemeClr val="dk1"/>
                </a:solidFill>
                <a:latin typeface="Libre Franklin"/>
                <a:ea typeface="Libre Franklin"/>
                <a:cs typeface="Libre Franklin"/>
                <a:sym typeface="Libre Franklin"/>
              </a:defRPr>
            </a:lvl6pPr>
            <a:lvl7pPr lvl="6">
              <a:spcBef>
                <a:spcPts val="0"/>
              </a:spcBef>
              <a:spcAft>
                <a:spcPts val="0"/>
              </a:spcAft>
              <a:buClr>
                <a:schemeClr val="dk1"/>
              </a:buClr>
              <a:buSzPts val="2800"/>
              <a:buFont typeface="Libre Franklin"/>
              <a:buNone/>
              <a:defRPr sz="2800" b="1">
                <a:solidFill>
                  <a:schemeClr val="dk1"/>
                </a:solidFill>
                <a:latin typeface="Libre Franklin"/>
                <a:ea typeface="Libre Franklin"/>
                <a:cs typeface="Libre Franklin"/>
                <a:sym typeface="Libre Franklin"/>
              </a:defRPr>
            </a:lvl7pPr>
            <a:lvl8pPr lvl="7">
              <a:spcBef>
                <a:spcPts val="0"/>
              </a:spcBef>
              <a:spcAft>
                <a:spcPts val="0"/>
              </a:spcAft>
              <a:buClr>
                <a:schemeClr val="dk1"/>
              </a:buClr>
              <a:buSzPts val="2800"/>
              <a:buFont typeface="Libre Franklin"/>
              <a:buNone/>
              <a:defRPr sz="2800" b="1">
                <a:solidFill>
                  <a:schemeClr val="dk1"/>
                </a:solidFill>
                <a:latin typeface="Libre Franklin"/>
                <a:ea typeface="Libre Franklin"/>
                <a:cs typeface="Libre Franklin"/>
                <a:sym typeface="Libre Franklin"/>
              </a:defRPr>
            </a:lvl8pPr>
            <a:lvl9pPr lvl="8">
              <a:spcBef>
                <a:spcPts val="0"/>
              </a:spcBef>
              <a:spcAft>
                <a:spcPts val="0"/>
              </a:spcAft>
              <a:buClr>
                <a:schemeClr val="dk1"/>
              </a:buClr>
              <a:buSzPts val="2800"/>
              <a:buFont typeface="Libre Franklin"/>
              <a:buNone/>
              <a:defRPr sz="2800" b="1">
                <a:solidFill>
                  <a:schemeClr val="dk1"/>
                </a:solidFill>
                <a:latin typeface="Libre Franklin"/>
                <a:ea typeface="Libre Franklin"/>
                <a:cs typeface="Libre Franklin"/>
                <a:sym typeface="Libre Franklin"/>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1pPr>
            <a:lvl2pPr marL="914400" lvl="1"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2pPr>
            <a:lvl3pPr marL="1371600" lvl="2"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3pPr>
            <a:lvl4pPr marL="1828800" lvl="3"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4pPr>
            <a:lvl5pPr marL="2286000" lvl="4"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5pPr>
            <a:lvl6pPr marL="2743200" lvl="5"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6pPr>
            <a:lvl7pPr marL="3200400" lvl="6"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7pPr>
            <a:lvl8pPr marL="3657600" lvl="7"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8pPr>
            <a:lvl9pPr marL="4114800" lvl="8"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6" r:id="rId4"/>
    <p:sldLayoutId id="2147483657" r:id="rId5"/>
    <p:sldLayoutId id="2147483661" r:id="rId6"/>
    <p:sldLayoutId id="2147483662"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9"/>
        <p:cNvGrpSpPr/>
        <p:nvPr/>
      </p:nvGrpSpPr>
      <p:grpSpPr>
        <a:xfrm>
          <a:off x="0" y="0"/>
          <a:ext cx="0" cy="0"/>
          <a:chOff x="0" y="0"/>
          <a:chExt cx="0" cy="0"/>
        </a:xfrm>
      </p:grpSpPr>
      <p:sp>
        <p:nvSpPr>
          <p:cNvPr id="510" name="Google Shape;510;p26"/>
          <p:cNvSpPr txBox="1">
            <a:spLocks noGrp="1"/>
          </p:cNvSpPr>
          <p:nvPr>
            <p:ph type="ctrTitle"/>
          </p:nvPr>
        </p:nvSpPr>
        <p:spPr>
          <a:xfrm>
            <a:off x="1681497" y="1194099"/>
            <a:ext cx="5630400" cy="1004158"/>
          </a:xfrm>
          <a:prstGeom prst="rect">
            <a:avLst/>
          </a:prstGeom>
        </p:spPr>
        <p:txBody>
          <a:bodyPr spcFirstLastPara="1" wrap="square" lIns="91425" tIns="91425" rIns="91425" bIns="91425" anchor="b" anchorCtr="0">
            <a:noAutofit/>
          </a:bodyPr>
          <a:lstStyle/>
          <a:p>
            <a:r>
              <a:rPr lang="en-US" altLang="en-US" sz="2800" dirty="0">
                <a:solidFill>
                  <a:schemeClr val="tx1"/>
                </a:solidFill>
                <a:latin typeface="Times New Roman" panose="02020603050405020304" pitchFamily="18" charset="0"/>
                <a:cs typeface="Times New Roman" panose="02020603050405020304" pitchFamily="18" charset="0"/>
              </a:rPr>
              <a:t>AI-Based Mental Health Chatbot</a:t>
            </a:r>
            <a:endParaRPr lang="en-US" sz="2800" dirty="0">
              <a:solidFill>
                <a:schemeClr val="tx1"/>
              </a:solidFill>
              <a:latin typeface="Times New Roman" panose="02020603050405020304" pitchFamily="18" charset="0"/>
              <a:cs typeface="Times New Roman" panose="02020603050405020304" pitchFamily="18" charset="0"/>
            </a:endParaRPr>
          </a:p>
        </p:txBody>
      </p:sp>
      <p:grpSp>
        <p:nvGrpSpPr>
          <p:cNvPr id="512" name="Google Shape;512;p26"/>
          <p:cNvGrpSpPr/>
          <p:nvPr/>
        </p:nvGrpSpPr>
        <p:grpSpPr>
          <a:xfrm>
            <a:off x="8017863" y="1495423"/>
            <a:ext cx="1011026" cy="610325"/>
            <a:chOff x="7794975" y="1724673"/>
            <a:chExt cx="1011026" cy="610325"/>
          </a:xfrm>
        </p:grpSpPr>
        <p:sp>
          <p:nvSpPr>
            <p:cNvPr id="513" name="Google Shape;513;p26"/>
            <p:cNvSpPr/>
            <p:nvPr/>
          </p:nvSpPr>
          <p:spPr>
            <a:xfrm>
              <a:off x="7794975" y="1724673"/>
              <a:ext cx="1011026" cy="610325"/>
            </a:xfrm>
            <a:custGeom>
              <a:avLst/>
              <a:gdLst/>
              <a:ahLst/>
              <a:cxnLst/>
              <a:rect l="l" t="t" r="r" b="b"/>
              <a:pathLst>
                <a:path w="2590" h="1019" extrusionOk="0">
                  <a:moveTo>
                    <a:pt x="2320" y="1019"/>
                  </a:moveTo>
                  <a:lnTo>
                    <a:pt x="270" y="1019"/>
                  </a:lnTo>
                  <a:cubicBezTo>
                    <a:pt x="121" y="1019"/>
                    <a:pt x="0" y="898"/>
                    <a:pt x="0" y="749"/>
                  </a:cubicBezTo>
                  <a:lnTo>
                    <a:pt x="0" y="270"/>
                  </a:lnTo>
                  <a:cubicBezTo>
                    <a:pt x="0" y="121"/>
                    <a:pt x="121" y="0"/>
                    <a:pt x="270" y="0"/>
                  </a:cubicBezTo>
                  <a:lnTo>
                    <a:pt x="2320" y="0"/>
                  </a:lnTo>
                  <a:cubicBezTo>
                    <a:pt x="2469" y="0"/>
                    <a:pt x="2590" y="121"/>
                    <a:pt x="2590" y="270"/>
                  </a:cubicBezTo>
                  <a:lnTo>
                    <a:pt x="2590" y="749"/>
                  </a:lnTo>
                  <a:cubicBezTo>
                    <a:pt x="2590" y="898"/>
                    <a:pt x="2469" y="1019"/>
                    <a:pt x="2320" y="1019"/>
                  </a:cubicBezTo>
                  <a:close/>
                </a:path>
              </a:pathLst>
            </a:custGeom>
            <a:solidFill>
              <a:schemeClr val="accent4"/>
            </a:solidFill>
            <a:ln w="9525" cap="flat" cmpd="sng">
              <a:solidFill>
                <a:schemeClr val="dk1"/>
              </a:solidFill>
              <a:prstDash val="solid"/>
              <a:bevel/>
              <a:headEnd type="none" w="sm" len="sm"/>
              <a:tailEnd type="none" w="sm" len="sm"/>
            </a:ln>
            <a:effectLst>
              <a:outerShdw dist="76200" dir="2640000" algn="bl" rotWithShape="0">
                <a:schemeClr val="accent5"/>
              </a:outerShdw>
            </a:effectLst>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514" name="Google Shape;514;p26"/>
            <p:cNvGrpSpPr/>
            <p:nvPr/>
          </p:nvGrpSpPr>
          <p:grpSpPr>
            <a:xfrm>
              <a:off x="8002408" y="1856676"/>
              <a:ext cx="596160" cy="346320"/>
              <a:chOff x="8911440" y="3502800"/>
              <a:chExt cx="596160" cy="346320"/>
            </a:xfrm>
          </p:grpSpPr>
          <p:sp>
            <p:nvSpPr>
              <p:cNvPr id="515" name="Google Shape;515;p26"/>
              <p:cNvSpPr/>
              <p:nvPr/>
            </p:nvSpPr>
            <p:spPr>
              <a:xfrm>
                <a:off x="8911440" y="3502800"/>
                <a:ext cx="596160" cy="346320"/>
              </a:xfrm>
              <a:custGeom>
                <a:avLst/>
                <a:gdLst/>
                <a:ahLst/>
                <a:cxnLst/>
                <a:rect l="l" t="t" r="r" b="b"/>
                <a:pathLst>
                  <a:path w="1656" h="962" extrusionOk="0">
                    <a:moveTo>
                      <a:pt x="1656" y="962"/>
                    </a:moveTo>
                    <a:lnTo>
                      <a:pt x="0" y="962"/>
                    </a:lnTo>
                    <a:lnTo>
                      <a:pt x="0" y="0"/>
                    </a:lnTo>
                    <a:lnTo>
                      <a:pt x="1656" y="0"/>
                    </a:lnTo>
                    <a:lnTo>
                      <a:pt x="1656" y="962"/>
                    </a:lnTo>
                    <a:close/>
                  </a:path>
                </a:pathLst>
              </a:custGeom>
              <a:solidFill>
                <a:schemeClr val="dk2"/>
              </a:solidFill>
              <a:ln w="9525" cap="flat" cmpd="sng">
                <a:solidFill>
                  <a:schemeClr val="dk1"/>
                </a:solidFill>
                <a:prstDash val="solid"/>
                <a:round/>
                <a:headEnd type="none" w="sm" len="sm"/>
                <a:tailEnd type="none" w="sm" len="sm"/>
              </a:ln>
              <a:effectLst>
                <a:outerShdw blurRad="57150" dist="19050" dir="5400000" algn="bl" rotWithShape="0">
                  <a:schemeClr val="accent5">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516" name="Google Shape;516;p26"/>
              <p:cNvSpPr/>
              <p:nvPr/>
            </p:nvSpPr>
            <p:spPr>
              <a:xfrm>
                <a:off x="8926560" y="3522600"/>
                <a:ext cx="569880" cy="206280"/>
              </a:xfrm>
              <a:custGeom>
                <a:avLst/>
                <a:gdLst/>
                <a:ahLst/>
                <a:cxnLst/>
                <a:rect l="l" t="t" r="r" b="b"/>
                <a:pathLst>
                  <a:path w="1583" h="573" extrusionOk="0">
                    <a:moveTo>
                      <a:pt x="0" y="0"/>
                    </a:moveTo>
                    <a:lnTo>
                      <a:pt x="786" y="573"/>
                    </a:lnTo>
                    <a:lnTo>
                      <a:pt x="1583" y="0"/>
                    </a:lnTo>
                    <a:lnTo>
                      <a:pt x="0" y="0"/>
                    </a:lnTo>
                    <a:close/>
                  </a:path>
                </a:pathLst>
              </a:custGeom>
              <a:noFill/>
              <a:ln w="9525" cap="flat" cmpd="sng">
                <a:solidFill>
                  <a:schemeClr val="dk1"/>
                </a:solidFill>
                <a:prstDash val="solid"/>
                <a:bevel/>
                <a:headEnd type="none" w="sm" len="sm"/>
                <a:tailEnd type="none" w="sm" len="sm"/>
              </a:ln>
              <a:effectLst>
                <a:outerShdw blurRad="57150" dist="19050" dir="5400000" algn="bl" rotWithShape="0">
                  <a:schemeClr val="accent5">
                    <a:alpha val="50000"/>
                  </a:schemeClr>
                </a:outerShdw>
              </a:effectLst>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517" name="Google Shape;517;p26"/>
              <p:cNvSpPr/>
              <p:nvPr/>
            </p:nvSpPr>
            <p:spPr>
              <a:xfrm>
                <a:off x="8926560" y="3651480"/>
                <a:ext cx="176760" cy="181800"/>
              </a:xfrm>
              <a:custGeom>
                <a:avLst/>
                <a:gdLst/>
                <a:ahLst/>
                <a:cxnLst/>
                <a:rect l="l" t="t" r="r" b="b"/>
                <a:pathLst>
                  <a:path w="491" h="505" extrusionOk="0">
                    <a:moveTo>
                      <a:pt x="0" y="505"/>
                    </a:moveTo>
                    <a:lnTo>
                      <a:pt x="491" y="0"/>
                    </a:lnTo>
                    <a:lnTo>
                      <a:pt x="0" y="505"/>
                    </a:lnTo>
                    <a:close/>
                  </a:path>
                </a:pathLst>
              </a:custGeom>
              <a:noFill/>
              <a:ln w="9525" cap="flat" cmpd="sng">
                <a:solidFill>
                  <a:schemeClr val="dk1"/>
                </a:solidFill>
                <a:prstDash val="solid"/>
                <a:bevel/>
                <a:headEnd type="none" w="sm" len="sm"/>
                <a:tailEnd type="none" w="sm" len="sm"/>
              </a:ln>
              <a:effectLst>
                <a:outerShdw blurRad="57150" dist="19050" dir="5400000" algn="bl" rotWithShape="0">
                  <a:schemeClr val="accent5">
                    <a:alpha val="50000"/>
                  </a:schemeClr>
                </a:outerShdw>
              </a:effectLst>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518" name="Google Shape;518;p26"/>
              <p:cNvSpPr/>
              <p:nvPr/>
            </p:nvSpPr>
            <p:spPr>
              <a:xfrm>
                <a:off x="9319680" y="3651480"/>
                <a:ext cx="176760" cy="181800"/>
              </a:xfrm>
              <a:custGeom>
                <a:avLst/>
                <a:gdLst/>
                <a:ahLst/>
                <a:cxnLst/>
                <a:rect l="l" t="t" r="r" b="b"/>
                <a:pathLst>
                  <a:path w="491" h="505" extrusionOk="0">
                    <a:moveTo>
                      <a:pt x="491" y="505"/>
                    </a:moveTo>
                    <a:lnTo>
                      <a:pt x="0" y="0"/>
                    </a:lnTo>
                    <a:lnTo>
                      <a:pt x="491" y="505"/>
                    </a:lnTo>
                    <a:close/>
                  </a:path>
                </a:pathLst>
              </a:custGeom>
              <a:noFill/>
              <a:ln w="9525" cap="flat" cmpd="sng">
                <a:solidFill>
                  <a:schemeClr val="dk1"/>
                </a:solidFill>
                <a:prstDash val="solid"/>
                <a:bevel/>
                <a:headEnd type="none" w="sm" len="sm"/>
                <a:tailEnd type="none" w="sm" len="sm"/>
              </a:ln>
              <a:effectLst>
                <a:outerShdw blurRad="57150" dist="19050" dir="5400000" algn="bl" rotWithShape="0">
                  <a:schemeClr val="accent5">
                    <a:alpha val="50000"/>
                  </a:schemeClr>
                </a:outerShdw>
              </a:effectLst>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519" name="Google Shape;519;p26"/>
          <p:cNvGrpSpPr/>
          <p:nvPr/>
        </p:nvGrpSpPr>
        <p:grpSpPr>
          <a:xfrm>
            <a:off x="637170" y="1812005"/>
            <a:ext cx="530279" cy="646201"/>
            <a:chOff x="387720" y="3498480"/>
            <a:chExt cx="530279" cy="646201"/>
          </a:xfrm>
        </p:grpSpPr>
        <p:sp>
          <p:nvSpPr>
            <p:cNvPr id="520" name="Google Shape;520;p26"/>
            <p:cNvSpPr/>
            <p:nvPr/>
          </p:nvSpPr>
          <p:spPr>
            <a:xfrm>
              <a:off x="653040" y="3498480"/>
              <a:ext cx="300" cy="646201"/>
            </a:xfrm>
            <a:custGeom>
              <a:avLst/>
              <a:gdLst/>
              <a:ahLst/>
              <a:cxnLst/>
              <a:rect l="l" t="t" r="r" b="b"/>
              <a:pathLst>
                <a:path w="120000" h="1796" extrusionOk="0">
                  <a:moveTo>
                    <a:pt x="0" y="0"/>
                  </a:moveTo>
                  <a:lnTo>
                    <a:pt x="0" y="1796"/>
                  </a:lnTo>
                  <a:lnTo>
                    <a:pt x="0" y="0"/>
                  </a:lnTo>
                  <a:close/>
                </a:path>
              </a:pathLst>
            </a:custGeom>
            <a:noFill/>
            <a:ln w="12600" cap="flat" cmpd="sng">
              <a:solidFill>
                <a:schemeClr val="accent2"/>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1" name="Google Shape;521;p26"/>
            <p:cNvSpPr/>
            <p:nvPr/>
          </p:nvSpPr>
          <p:spPr>
            <a:xfrm>
              <a:off x="387720" y="3821760"/>
              <a:ext cx="530279" cy="300"/>
            </a:xfrm>
            <a:custGeom>
              <a:avLst/>
              <a:gdLst/>
              <a:ahLst/>
              <a:cxnLst/>
              <a:rect l="l" t="t" r="r" b="b"/>
              <a:pathLst>
                <a:path w="1474" h="120000" extrusionOk="0">
                  <a:moveTo>
                    <a:pt x="1474" y="0"/>
                  </a:moveTo>
                  <a:lnTo>
                    <a:pt x="0" y="0"/>
                  </a:lnTo>
                  <a:lnTo>
                    <a:pt x="1474" y="0"/>
                  </a:lnTo>
                  <a:close/>
                </a:path>
              </a:pathLst>
            </a:custGeom>
            <a:noFill/>
            <a:ln w="12600" cap="flat" cmpd="sng">
              <a:solidFill>
                <a:schemeClr val="accent2"/>
              </a:solidFill>
              <a:prstDash val="solid"/>
              <a:bevel/>
              <a:headEnd type="none" w="sm" len="sm"/>
              <a:tailEnd type="none" w="sm" len="sm"/>
            </a:ln>
          </p:spPr>
          <p:txBody>
            <a:bodyPr spcFirstLastPara="1" wrap="square" lIns="96100" tIns="0" rIns="961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2" name="Google Shape;522;p26"/>
            <p:cNvSpPr/>
            <p:nvPr/>
          </p:nvSpPr>
          <p:spPr>
            <a:xfrm>
              <a:off x="465480" y="3634200"/>
              <a:ext cx="375120" cy="374761"/>
            </a:xfrm>
            <a:custGeom>
              <a:avLst/>
              <a:gdLst/>
              <a:ahLst/>
              <a:cxnLst/>
              <a:rect l="l" t="t" r="r" b="b"/>
              <a:pathLst>
                <a:path w="1043" h="1042" extrusionOk="0">
                  <a:moveTo>
                    <a:pt x="1043" y="0"/>
                  </a:moveTo>
                  <a:lnTo>
                    <a:pt x="0" y="1042"/>
                  </a:lnTo>
                  <a:lnTo>
                    <a:pt x="1043" y="0"/>
                  </a:lnTo>
                  <a:close/>
                </a:path>
              </a:pathLst>
            </a:custGeom>
            <a:noFill/>
            <a:ln w="12600" cap="flat" cmpd="sng">
              <a:solidFill>
                <a:schemeClr val="accent2"/>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3" name="Google Shape;523;p26"/>
            <p:cNvSpPr/>
            <p:nvPr/>
          </p:nvSpPr>
          <p:spPr>
            <a:xfrm>
              <a:off x="465480" y="3634200"/>
              <a:ext cx="375120" cy="374761"/>
            </a:xfrm>
            <a:custGeom>
              <a:avLst/>
              <a:gdLst/>
              <a:ahLst/>
              <a:cxnLst/>
              <a:rect l="l" t="t" r="r" b="b"/>
              <a:pathLst>
                <a:path w="1043" h="1042" extrusionOk="0">
                  <a:moveTo>
                    <a:pt x="1043" y="1042"/>
                  </a:moveTo>
                  <a:lnTo>
                    <a:pt x="0" y="0"/>
                  </a:lnTo>
                  <a:lnTo>
                    <a:pt x="1043" y="1042"/>
                  </a:lnTo>
                  <a:close/>
                </a:path>
              </a:pathLst>
            </a:custGeom>
            <a:noFill/>
            <a:ln w="12600" cap="flat" cmpd="sng">
              <a:solidFill>
                <a:schemeClr val="accent2"/>
              </a:solidFill>
              <a:prstDash val="solid"/>
              <a:bevel/>
              <a:headEnd type="none" w="sm" len="sm"/>
              <a:tailEnd type="none" w="sm" len="sm"/>
            </a:ln>
          </p:spPr>
          <p:txBody>
            <a:bodyPr spcFirstLastPara="1" wrap="square" lIns="96100" tIns="51100" rIns="96100" bIns="51100" anchor="ctr" anchorCtr="1">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cxnSp>
        <p:nvCxnSpPr>
          <p:cNvPr id="524" name="Google Shape;524;p26"/>
          <p:cNvCxnSpPr/>
          <p:nvPr/>
        </p:nvCxnSpPr>
        <p:spPr>
          <a:xfrm>
            <a:off x="1761538" y="4250425"/>
            <a:ext cx="5639100" cy="0"/>
          </a:xfrm>
          <a:prstGeom prst="straightConnector1">
            <a:avLst/>
          </a:prstGeom>
          <a:noFill/>
          <a:ln w="9525" cap="flat" cmpd="sng">
            <a:solidFill>
              <a:schemeClr val="dk1"/>
            </a:solidFill>
            <a:prstDash val="solid"/>
            <a:round/>
            <a:headEnd type="none" w="med" len="med"/>
            <a:tailEnd type="none" w="med" len="med"/>
          </a:ln>
        </p:spPr>
      </p:cxnSp>
      <p:grpSp>
        <p:nvGrpSpPr>
          <p:cNvPr id="525" name="Google Shape;525;p26"/>
          <p:cNvGrpSpPr/>
          <p:nvPr/>
        </p:nvGrpSpPr>
        <p:grpSpPr>
          <a:xfrm>
            <a:off x="2839450" y="4190845"/>
            <a:ext cx="120960" cy="119160"/>
            <a:chOff x="1903675" y="4187320"/>
            <a:chExt cx="120960" cy="119160"/>
          </a:xfrm>
        </p:grpSpPr>
        <p:sp>
          <p:nvSpPr>
            <p:cNvPr id="526" name="Google Shape;526;p26"/>
            <p:cNvSpPr/>
            <p:nvPr/>
          </p:nvSpPr>
          <p:spPr>
            <a:xfrm>
              <a:off x="1921675" y="4203880"/>
              <a:ext cx="102960" cy="102600"/>
            </a:xfrm>
            <a:custGeom>
              <a:avLst/>
              <a:gdLst/>
              <a:ahLst/>
              <a:cxnLst/>
              <a:rect l="l" t="t" r="r" b="b"/>
              <a:pathLst>
                <a:path w="286" h="285" extrusionOk="0">
                  <a:moveTo>
                    <a:pt x="143" y="285"/>
                  </a:moveTo>
                  <a:cubicBezTo>
                    <a:pt x="64" y="285"/>
                    <a:pt x="0" y="221"/>
                    <a:pt x="0" y="143"/>
                  </a:cubicBezTo>
                  <a:cubicBezTo>
                    <a:pt x="0" y="63"/>
                    <a:pt x="64" y="0"/>
                    <a:pt x="143" y="0"/>
                  </a:cubicBezTo>
                  <a:cubicBezTo>
                    <a:pt x="222" y="0"/>
                    <a:pt x="286" y="63"/>
                    <a:pt x="286" y="143"/>
                  </a:cubicBezTo>
                  <a:cubicBezTo>
                    <a:pt x="286" y="221"/>
                    <a:pt x="222" y="285"/>
                    <a:pt x="143" y="285"/>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527" name="Google Shape;527;p26"/>
            <p:cNvSpPr/>
            <p:nvPr/>
          </p:nvSpPr>
          <p:spPr>
            <a:xfrm>
              <a:off x="1903675" y="4187320"/>
              <a:ext cx="102960" cy="103320"/>
            </a:xfrm>
            <a:custGeom>
              <a:avLst/>
              <a:gdLst/>
              <a:ahLst/>
              <a:cxnLst/>
              <a:rect l="l" t="t" r="r" b="b"/>
              <a:pathLst>
                <a:path w="286" h="287" extrusionOk="0">
                  <a:moveTo>
                    <a:pt x="143" y="0"/>
                  </a:moveTo>
                  <a:cubicBezTo>
                    <a:pt x="222" y="0"/>
                    <a:pt x="286" y="65"/>
                    <a:pt x="286" y="144"/>
                  </a:cubicBezTo>
                  <a:cubicBezTo>
                    <a:pt x="286" y="222"/>
                    <a:pt x="222" y="287"/>
                    <a:pt x="143" y="287"/>
                  </a:cubicBezTo>
                  <a:cubicBezTo>
                    <a:pt x="64" y="287"/>
                    <a:pt x="0" y="222"/>
                    <a:pt x="0" y="144"/>
                  </a:cubicBezTo>
                  <a:cubicBezTo>
                    <a:pt x="0" y="65"/>
                    <a:pt x="64" y="0"/>
                    <a:pt x="143" y="0"/>
                  </a:cubicBez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528" name="Google Shape;528;p26"/>
          <p:cNvGrpSpPr/>
          <p:nvPr/>
        </p:nvGrpSpPr>
        <p:grpSpPr>
          <a:xfrm>
            <a:off x="7782835" y="2544335"/>
            <a:ext cx="709920" cy="236520"/>
            <a:chOff x="5304960" y="763560"/>
            <a:chExt cx="709920" cy="236520"/>
          </a:xfrm>
        </p:grpSpPr>
        <p:sp>
          <p:nvSpPr>
            <p:cNvPr id="529" name="Google Shape;529;p26"/>
            <p:cNvSpPr/>
            <p:nvPr/>
          </p:nvSpPr>
          <p:spPr>
            <a:xfrm>
              <a:off x="5993640" y="763560"/>
              <a:ext cx="21240" cy="20520"/>
            </a:xfrm>
            <a:custGeom>
              <a:avLst/>
              <a:gdLst/>
              <a:ahLst/>
              <a:cxnLst/>
              <a:rect l="l" t="t" r="r" b="b"/>
              <a:pathLst>
                <a:path w="60" h="58" extrusionOk="0">
                  <a:moveTo>
                    <a:pt x="0" y="29"/>
                  </a:moveTo>
                  <a:cubicBezTo>
                    <a:pt x="0" y="13"/>
                    <a:pt x="14" y="0"/>
                    <a:pt x="30" y="0"/>
                  </a:cubicBezTo>
                  <a:cubicBezTo>
                    <a:pt x="46" y="0"/>
                    <a:pt x="60" y="13"/>
                    <a:pt x="60" y="29"/>
                  </a:cubicBezTo>
                  <a:cubicBezTo>
                    <a:pt x="60" y="45"/>
                    <a:pt x="46" y="58"/>
                    <a:pt x="30" y="58"/>
                  </a:cubicBezTo>
                  <a:cubicBezTo>
                    <a:pt x="14"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0" name="Google Shape;530;p26"/>
            <p:cNvSpPr/>
            <p:nvPr/>
          </p:nvSpPr>
          <p:spPr>
            <a:xfrm>
              <a:off x="5856120" y="763560"/>
              <a:ext cx="20880" cy="20520"/>
            </a:xfrm>
            <a:custGeom>
              <a:avLst/>
              <a:gdLst/>
              <a:ahLst/>
              <a:cxnLst/>
              <a:rect l="l" t="t" r="r" b="b"/>
              <a:pathLst>
                <a:path w="59" h="58" extrusionOk="0">
                  <a:moveTo>
                    <a:pt x="0" y="29"/>
                  </a:moveTo>
                  <a:cubicBezTo>
                    <a:pt x="0" y="13"/>
                    <a:pt x="13" y="0"/>
                    <a:pt x="29" y="0"/>
                  </a:cubicBezTo>
                  <a:cubicBezTo>
                    <a:pt x="45" y="0"/>
                    <a:pt x="59" y="13"/>
                    <a:pt x="59" y="29"/>
                  </a:cubicBezTo>
                  <a:cubicBezTo>
                    <a:pt x="59" y="45"/>
                    <a:pt x="45" y="58"/>
                    <a:pt x="29"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1" name="Google Shape;531;p26"/>
            <p:cNvSpPr/>
            <p:nvPr/>
          </p:nvSpPr>
          <p:spPr>
            <a:xfrm>
              <a:off x="5718240" y="763560"/>
              <a:ext cx="20880" cy="20520"/>
            </a:xfrm>
            <a:custGeom>
              <a:avLst/>
              <a:gdLst/>
              <a:ahLst/>
              <a:cxnLst/>
              <a:rect l="l" t="t" r="r" b="b"/>
              <a:pathLst>
                <a:path w="59" h="58" extrusionOk="0">
                  <a:moveTo>
                    <a:pt x="0" y="29"/>
                  </a:moveTo>
                  <a:cubicBezTo>
                    <a:pt x="0" y="13"/>
                    <a:pt x="13" y="0"/>
                    <a:pt x="30" y="0"/>
                  </a:cubicBezTo>
                  <a:cubicBezTo>
                    <a:pt x="46" y="0"/>
                    <a:pt x="59" y="13"/>
                    <a:pt x="59" y="29"/>
                  </a:cubicBezTo>
                  <a:cubicBezTo>
                    <a:pt x="59" y="45"/>
                    <a:pt x="46" y="58"/>
                    <a:pt x="30"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2" name="Google Shape;532;p26"/>
            <p:cNvSpPr/>
            <p:nvPr/>
          </p:nvSpPr>
          <p:spPr>
            <a:xfrm>
              <a:off x="5580360" y="763560"/>
              <a:ext cx="20880" cy="20520"/>
            </a:xfrm>
            <a:custGeom>
              <a:avLst/>
              <a:gdLst/>
              <a:ahLst/>
              <a:cxnLst/>
              <a:rect l="l" t="t" r="r" b="b"/>
              <a:pathLst>
                <a:path w="59" h="58" extrusionOk="0">
                  <a:moveTo>
                    <a:pt x="0" y="29"/>
                  </a:moveTo>
                  <a:cubicBezTo>
                    <a:pt x="0" y="13"/>
                    <a:pt x="14" y="0"/>
                    <a:pt x="30" y="0"/>
                  </a:cubicBezTo>
                  <a:cubicBezTo>
                    <a:pt x="46" y="0"/>
                    <a:pt x="59" y="13"/>
                    <a:pt x="59" y="29"/>
                  </a:cubicBezTo>
                  <a:cubicBezTo>
                    <a:pt x="59" y="45"/>
                    <a:pt x="46" y="58"/>
                    <a:pt x="30" y="58"/>
                  </a:cubicBezTo>
                  <a:cubicBezTo>
                    <a:pt x="14"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3" name="Google Shape;533;p26"/>
            <p:cNvSpPr/>
            <p:nvPr/>
          </p:nvSpPr>
          <p:spPr>
            <a:xfrm>
              <a:off x="5442840" y="763560"/>
              <a:ext cx="20880" cy="20520"/>
            </a:xfrm>
            <a:custGeom>
              <a:avLst/>
              <a:gdLst/>
              <a:ahLst/>
              <a:cxnLst/>
              <a:rect l="l" t="t" r="r" b="b"/>
              <a:pathLst>
                <a:path w="59" h="58" extrusionOk="0">
                  <a:moveTo>
                    <a:pt x="0" y="29"/>
                  </a:moveTo>
                  <a:cubicBezTo>
                    <a:pt x="0" y="13"/>
                    <a:pt x="13" y="0"/>
                    <a:pt x="29" y="0"/>
                  </a:cubicBezTo>
                  <a:cubicBezTo>
                    <a:pt x="46" y="0"/>
                    <a:pt x="59" y="13"/>
                    <a:pt x="59" y="29"/>
                  </a:cubicBezTo>
                  <a:cubicBezTo>
                    <a:pt x="59" y="45"/>
                    <a:pt x="46" y="58"/>
                    <a:pt x="29"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4" name="Google Shape;534;p26"/>
            <p:cNvSpPr/>
            <p:nvPr/>
          </p:nvSpPr>
          <p:spPr>
            <a:xfrm>
              <a:off x="5304960" y="763560"/>
              <a:ext cx="20880" cy="20520"/>
            </a:xfrm>
            <a:custGeom>
              <a:avLst/>
              <a:gdLst/>
              <a:ahLst/>
              <a:cxnLst/>
              <a:rect l="l" t="t" r="r" b="b"/>
              <a:pathLst>
                <a:path w="59" h="58" extrusionOk="0">
                  <a:moveTo>
                    <a:pt x="0" y="29"/>
                  </a:moveTo>
                  <a:cubicBezTo>
                    <a:pt x="0" y="13"/>
                    <a:pt x="13" y="0"/>
                    <a:pt x="29" y="0"/>
                  </a:cubicBezTo>
                  <a:cubicBezTo>
                    <a:pt x="46" y="0"/>
                    <a:pt x="59" y="13"/>
                    <a:pt x="59" y="29"/>
                  </a:cubicBezTo>
                  <a:cubicBezTo>
                    <a:pt x="59" y="45"/>
                    <a:pt x="46" y="58"/>
                    <a:pt x="29"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5" name="Google Shape;535;p26"/>
            <p:cNvSpPr/>
            <p:nvPr/>
          </p:nvSpPr>
          <p:spPr>
            <a:xfrm>
              <a:off x="5993640" y="871560"/>
              <a:ext cx="21240" cy="20520"/>
            </a:xfrm>
            <a:custGeom>
              <a:avLst/>
              <a:gdLst/>
              <a:ahLst/>
              <a:cxnLst/>
              <a:rect l="l" t="t" r="r" b="b"/>
              <a:pathLst>
                <a:path w="60" h="58" extrusionOk="0">
                  <a:moveTo>
                    <a:pt x="0" y="29"/>
                  </a:moveTo>
                  <a:cubicBezTo>
                    <a:pt x="0" y="13"/>
                    <a:pt x="14" y="0"/>
                    <a:pt x="30" y="0"/>
                  </a:cubicBezTo>
                  <a:cubicBezTo>
                    <a:pt x="46" y="0"/>
                    <a:pt x="60" y="13"/>
                    <a:pt x="60" y="29"/>
                  </a:cubicBezTo>
                  <a:cubicBezTo>
                    <a:pt x="60" y="45"/>
                    <a:pt x="46" y="58"/>
                    <a:pt x="30" y="58"/>
                  </a:cubicBezTo>
                  <a:cubicBezTo>
                    <a:pt x="14"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6" name="Google Shape;536;p26"/>
            <p:cNvSpPr/>
            <p:nvPr/>
          </p:nvSpPr>
          <p:spPr>
            <a:xfrm>
              <a:off x="5856120" y="871560"/>
              <a:ext cx="20880" cy="20520"/>
            </a:xfrm>
            <a:custGeom>
              <a:avLst/>
              <a:gdLst/>
              <a:ahLst/>
              <a:cxnLst/>
              <a:rect l="l" t="t" r="r" b="b"/>
              <a:pathLst>
                <a:path w="59" h="58" extrusionOk="0">
                  <a:moveTo>
                    <a:pt x="0" y="29"/>
                  </a:moveTo>
                  <a:cubicBezTo>
                    <a:pt x="0" y="13"/>
                    <a:pt x="13" y="0"/>
                    <a:pt x="29" y="0"/>
                  </a:cubicBezTo>
                  <a:cubicBezTo>
                    <a:pt x="45" y="0"/>
                    <a:pt x="59" y="13"/>
                    <a:pt x="59" y="29"/>
                  </a:cubicBezTo>
                  <a:cubicBezTo>
                    <a:pt x="59" y="45"/>
                    <a:pt x="45" y="58"/>
                    <a:pt x="29"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7" name="Google Shape;537;p26"/>
            <p:cNvSpPr/>
            <p:nvPr/>
          </p:nvSpPr>
          <p:spPr>
            <a:xfrm>
              <a:off x="5718240" y="871560"/>
              <a:ext cx="20880" cy="20520"/>
            </a:xfrm>
            <a:custGeom>
              <a:avLst/>
              <a:gdLst/>
              <a:ahLst/>
              <a:cxnLst/>
              <a:rect l="l" t="t" r="r" b="b"/>
              <a:pathLst>
                <a:path w="59" h="58" extrusionOk="0">
                  <a:moveTo>
                    <a:pt x="0" y="29"/>
                  </a:moveTo>
                  <a:cubicBezTo>
                    <a:pt x="0" y="13"/>
                    <a:pt x="13" y="0"/>
                    <a:pt x="30" y="0"/>
                  </a:cubicBezTo>
                  <a:cubicBezTo>
                    <a:pt x="46" y="0"/>
                    <a:pt x="59" y="13"/>
                    <a:pt x="59" y="29"/>
                  </a:cubicBezTo>
                  <a:cubicBezTo>
                    <a:pt x="59" y="45"/>
                    <a:pt x="46" y="58"/>
                    <a:pt x="30"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8" name="Google Shape;538;p26"/>
            <p:cNvSpPr/>
            <p:nvPr/>
          </p:nvSpPr>
          <p:spPr>
            <a:xfrm>
              <a:off x="5580360" y="871560"/>
              <a:ext cx="20880" cy="20520"/>
            </a:xfrm>
            <a:custGeom>
              <a:avLst/>
              <a:gdLst/>
              <a:ahLst/>
              <a:cxnLst/>
              <a:rect l="l" t="t" r="r" b="b"/>
              <a:pathLst>
                <a:path w="59" h="58" extrusionOk="0">
                  <a:moveTo>
                    <a:pt x="0" y="29"/>
                  </a:moveTo>
                  <a:cubicBezTo>
                    <a:pt x="0" y="13"/>
                    <a:pt x="14" y="0"/>
                    <a:pt x="30" y="0"/>
                  </a:cubicBezTo>
                  <a:cubicBezTo>
                    <a:pt x="46" y="0"/>
                    <a:pt x="59" y="13"/>
                    <a:pt x="59" y="29"/>
                  </a:cubicBezTo>
                  <a:cubicBezTo>
                    <a:pt x="59" y="45"/>
                    <a:pt x="46" y="58"/>
                    <a:pt x="30" y="58"/>
                  </a:cubicBezTo>
                  <a:cubicBezTo>
                    <a:pt x="14"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9" name="Google Shape;539;p26"/>
            <p:cNvSpPr/>
            <p:nvPr/>
          </p:nvSpPr>
          <p:spPr>
            <a:xfrm>
              <a:off x="5442840" y="871560"/>
              <a:ext cx="20880" cy="20520"/>
            </a:xfrm>
            <a:custGeom>
              <a:avLst/>
              <a:gdLst/>
              <a:ahLst/>
              <a:cxnLst/>
              <a:rect l="l" t="t" r="r" b="b"/>
              <a:pathLst>
                <a:path w="59" h="58" extrusionOk="0">
                  <a:moveTo>
                    <a:pt x="0" y="29"/>
                  </a:moveTo>
                  <a:cubicBezTo>
                    <a:pt x="0" y="13"/>
                    <a:pt x="13" y="0"/>
                    <a:pt x="29" y="0"/>
                  </a:cubicBezTo>
                  <a:cubicBezTo>
                    <a:pt x="46" y="0"/>
                    <a:pt x="59" y="13"/>
                    <a:pt x="59" y="29"/>
                  </a:cubicBezTo>
                  <a:cubicBezTo>
                    <a:pt x="59" y="45"/>
                    <a:pt x="46" y="58"/>
                    <a:pt x="29"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40" name="Google Shape;540;p26"/>
            <p:cNvSpPr/>
            <p:nvPr/>
          </p:nvSpPr>
          <p:spPr>
            <a:xfrm>
              <a:off x="5304960" y="871560"/>
              <a:ext cx="20880" cy="20520"/>
            </a:xfrm>
            <a:custGeom>
              <a:avLst/>
              <a:gdLst/>
              <a:ahLst/>
              <a:cxnLst/>
              <a:rect l="l" t="t" r="r" b="b"/>
              <a:pathLst>
                <a:path w="59" h="58" extrusionOk="0">
                  <a:moveTo>
                    <a:pt x="0" y="29"/>
                  </a:moveTo>
                  <a:cubicBezTo>
                    <a:pt x="0" y="13"/>
                    <a:pt x="13" y="0"/>
                    <a:pt x="29" y="0"/>
                  </a:cubicBezTo>
                  <a:cubicBezTo>
                    <a:pt x="46" y="0"/>
                    <a:pt x="59" y="13"/>
                    <a:pt x="59" y="29"/>
                  </a:cubicBezTo>
                  <a:cubicBezTo>
                    <a:pt x="59" y="45"/>
                    <a:pt x="46" y="58"/>
                    <a:pt x="29"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41" name="Google Shape;541;p26"/>
            <p:cNvSpPr/>
            <p:nvPr/>
          </p:nvSpPr>
          <p:spPr>
            <a:xfrm>
              <a:off x="5993640" y="979560"/>
              <a:ext cx="21240" cy="20520"/>
            </a:xfrm>
            <a:custGeom>
              <a:avLst/>
              <a:gdLst/>
              <a:ahLst/>
              <a:cxnLst/>
              <a:rect l="l" t="t" r="r" b="b"/>
              <a:pathLst>
                <a:path w="60" h="58" extrusionOk="0">
                  <a:moveTo>
                    <a:pt x="0" y="29"/>
                  </a:moveTo>
                  <a:cubicBezTo>
                    <a:pt x="0" y="13"/>
                    <a:pt x="14" y="0"/>
                    <a:pt x="30" y="0"/>
                  </a:cubicBezTo>
                  <a:cubicBezTo>
                    <a:pt x="46" y="0"/>
                    <a:pt x="60" y="13"/>
                    <a:pt x="60" y="29"/>
                  </a:cubicBezTo>
                  <a:cubicBezTo>
                    <a:pt x="60" y="45"/>
                    <a:pt x="46" y="58"/>
                    <a:pt x="30" y="58"/>
                  </a:cubicBezTo>
                  <a:cubicBezTo>
                    <a:pt x="14"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42" name="Google Shape;542;p26"/>
            <p:cNvSpPr/>
            <p:nvPr/>
          </p:nvSpPr>
          <p:spPr>
            <a:xfrm>
              <a:off x="5856120" y="979560"/>
              <a:ext cx="20880" cy="20520"/>
            </a:xfrm>
            <a:custGeom>
              <a:avLst/>
              <a:gdLst/>
              <a:ahLst/>
              <a:cxnLst/>
              <a:rect l="l" t="t" r="r" b="b"/>
              <a:pathLst>
                <a:path w="59" h="58" extrusionOk="0">
                  <a:moveTo>
                    <a:pt x="0" y="29"/>
                  </a:moveTo>
                  <a:cubicBezTo>
                    <a:pt x="0" y="13"/>
                    <a:pt x="13" y="0"/>
                    <a:pt x="29" y="0"/>
                  </a:cubicBezTo>
                  <a:cubicBezTo>
                    <a:pt x="45" y="0"/>
                    <a:pt x="59" y="13"/>
                    <a:pt x="59" y="29"/>
                  </a:cubicBezTo>
                  <a:cubicBezTo>
                    <a:pt x="59" y="45"/>
                    <a:pt x="45" y="58"/>
                    <a:pt x="29"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43" name="Google Shape;543;p26"/>
            <p:cNvSpPr/>
            <p:nvPr/>
          </p:nvSpPr>
          <p:spPr>
            <a:xfrm>
              <a:off x="5718240" y="979560"/>
              <a:ext cx="20880" cy="20520"/>
            </a:xfrm>
            <a:custGeom>
              <a:avLst/>
              <a:gdLst/>
              <a:ahLst/>
              <a:cxnLst/>
              <a:rect l="l" t="t" r="r" b="b"/>
              <a:pathLst>
                <a:path w="59" h="58" extrusionOk="0">
                  <a:moveTo>
                    <a:pt x="0" y="29"/>
                  </a:moveTo>
                  <a:cubicBezTo>
                    <a:pt x="0" y="13"/>
                    <a:pt x="13" y="0"/>
                    <a:pt x="30" y="0"/>
                  </a:cubicBezTo>
                  <a:cubicBezTo>
                    <a:pt x="46" y="0"/>
                    <a:pt x="59" y="13"/>
                    <a:pt x="59" y="29"/>
                  </a:cubicBezTo>
                  <a:cubicBezTo>
                    <a:pt x="59" y="45"/>
                    <a:pt x="46" y="58"/>
                    <a:pt x="30"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44" name="Google Shape;544;p26"/>
            <p:cNvSpPr/>
            <p:nvPr/>
          </p:nvSpPr>
          <p:spPr>
            <a:xfrm>
              <a:off x="5580360" y="979560"/>
              <a:ext cx="20880" cy="20520"/>
            </a:xfrm>
            <a:custGeom>
              <a:avLst/>
              <a:gdLst/>
              <a:ahLst/>
              <a:cxnLst/>
              <a:rect l="l" t="t" r="r" b="b"/>
              <a:pathLst>
                <a:path w="59" h="58" extrusionOk="0">
                  <a:moveTo>
                    <a:pt x="0" y="29"/>
                  </a:moveTo>
                  <a:cubicBezTo>
                    <a:pt x="0" y="13"/>
                    <a:pt x="14" y="0"/>
                    <a:pt x="30" y="0"/>
                  </a:cubicBezTo>
                  <a:cubicBezTo>
                    <a:pt x="46" y="0"/>
                    <a:pt x="59" y="13"/>
                    <a:pt x="59" y="29"/>
                  </a:cubicBezTo>
                  <a:cubicBezTo>
                    <a:pt x="59" y="45"/>
                    <a:pt x="46" y="58"/>
                    <a:pt x="30" y="58"/>
                  </a:cubicBezTo>
                  <a:cubicBezTo>
                    <a:pt x="14"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45" name="Google Shape;545;p26"/>
            <p:cNvSpPr/>
            <p:nvPr/>
          </p:nvSpPr>
          <p:spPr>
            <a:xfrm>
              <a:off x="5442840" y="979560"/>
              <a:ext cx="20880" cy="20520"/>
            </a:xfrm>
            <a:custGeom>
              <a:avLst/>
              <a:gdLst/>
              <a:ahLst/>
              <a:cxnLst/>
              <a:rect l="l" t="t" r="r" b="b"/>
              <a:pathLst>
                <a:path w="59" h="58" extrusionOk="0">
                  <a:moveTo>
                    <a:pt x="0" y="29"/>
                  </a:moveTo>
                  <a:cubicBezTo>
                    <a:pt x="0" y="13"/>
                    <a:pt x="13" y="0"/>
                    <a:pt x="29" y="0"/>
                  </a:cubicBezTo>
                  <a:cubicBezTo>
                    <a:pt x="46" y="0"/>
                    <a:pt x="59" y="13"/>
                    <a:pt x="59" y="29"/>
                  </a:cubicBezTo>
                  <a:cubicBezTo>
                    <a:pt x="59" y="45"/>
                    <a:pt x="46" y="58"/>
                    <a:pt x="29"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46" name="Google Shape;546;p26"/>
            <p:cNvSpPr/>
            <p:nvPr/>
          </p:nvSpPr>
          <p:spPr>
            <a:xfrm>
              <a:off x="5304960" y="979560"/>
              <a:ext cx="20880" cy="20520"/>
            </a:xfrm>
            <a:custGeom>
              <a:avLst/>
              <a:gdLst/>
              <a:ahLst/>
              <a:cxnLst/>
              <a:rect l="l" t="t" r="r" b="b"/>
              <a:pathLst>
                <a:path w="59" h="58" extrusionOk="0">
                  <a:moveTo>
                    <a:pt x="0" y="29"/>
                  </a:moveTo>
                  <a:cubicBezTo>
                    <a:pt x="0" y="13"/>
                    <a:pt x="13" y="0"/>
                    <a:pt x="29" y="0"/>
                  </a:cubicBezTo>
                  <a:cubicBezTo>
                    <a:pt x="46" y="0"/>
                    <a:pt x="59" y="13"/>
                    <a:pt x="59" y="29"/>
                  </a:cubicBezTo>
                  <a:cubicBezTo>
                    <a:pt x="59" y="45"/>
                    <a:pt x="46" y="58"/>
                    <a:pt x="29" y="58"/>
                  </a:cubicBezTo>
                  <a:cubicBezTo>
                    <a:pt x="13" y="58"/>
                    <a:pt x="0" y="45"/>
                    <a:pt x="0" y="29"/>
                  </a:cubicBezTo>
                  <a:close/>
                </a:path>
              </a:pathLst>
            </a:custGeom>
            <a:solidFill>
              <a:schemeClr val="dk1"/>
            </a:solidFill>
            <a:ln>
              <a:noFill/>
            </a:ln>
          </p:spPr>
          <p:txBody>
            <a:bodyPr spcFirstLastPara="1" wrap="square" lIns="90000" tIns="0" rIns="90000" bIns="0" anchor="ctr" anchorCtr="1">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grpSp>
        <p:nvGrpSpPr>
          <p:cNvPr id="547" name="Google Shape;547;p26"/>
          <p:cNvGrpSpPr/>
          <p:nvPr/>
        </p:nvGrpSpPr>
        <p:grpSpPr>
          <a:xfrm>
            <a:off x="850395" y="3214375"/>
            <a:ext cx="678240" cy="415440"/>
            <a:chOff x="-962030" y="2476750"/>
            <a:chExt cx="678240" cy="415440"/>
          </a:xfrm>
        </p:grpSpPr>
        <p:sp>
          <p:nvSpPr>
            <p:cNvPr id="548" name="Google Shape;548;p26"/>
            <p:cNvSpPr/>
            <p:nvPr/>
          </p:nvSpPr>
          <p:spPr>
            <a:xfrm>
              <a:off x="-962030" y="2476750"/>
              <a:ext cx="678240" cy="415440"/>
            </a:xfrm>
            <a:custGeom>
              <a:avLst/>
              <a:gdLst/>
              <a:ahLst/>
              <a:cxnLst/>
              <a:rect l="l" t="t" r="r" b="b"/>
              <a:pathLst>
                <a:path w="1884" h="1154" extrusionOk="0">
                  <a:moveTo>
                    <a:pt x="1307" y="1154"/>
                  </a:moveTo>
                  <a:lnTo>
                    <a:pt x="0" y="1154"/>
                  </a:lnTo>
                  <a:lnTo>
                    <a:pt x="0" y="577"/>
                  </a:lnTo>
                  <a:cubicBezTo>
                    <a:pt x="0" y="258"/>
                    <a:pt x="258" y="0"/>
                    <a:pt x="577" y="0"/>
                  </a:cubicBezTo>
                  <a:lnTo>
                    <a:pt x="1307" y="0"/>
                  </a:lnTo>
                  <a:cubicBezTo>
                    <a:pt x="1626" y="0"/>
                    <a:pt x="1884" y="258"/>
                    <a:pt x="1884" y="577"/>
                  </a:cubicBezTo>
                  <a:cubicBezTo>
                    <a:pt x="1884" y="896"/>
                    <a:pt x="1626" y="1154"/>
                    <a:pt x="1307" y="1154"/>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549" name="Google Shape;549;p26"/>
            <p:cNvGrpSpPr/>
            <p:nvPr/>
          </p:nvGrpSpPr>
          <p:grpSpPr>
            <a:xfrm>
              <a:off x="-815870" y="2671150"/>
              <a:ext cx="374400" cy="50760"/>
              <a:chOff x="5989680" y="3796200"/>
              <a:chExt cx="374400" cy="50760"/>
            </a:xfrm>
          </p:grpSpPr>
          <p:sp>
            <p:nvSpPr>
              <p:cNvPr id="550" name="Google Shape;550;p26"/>
              <p:cNvSpPr/>
              <p:nvPr/>
            </p:nvSpPr>
            <p:spPr>
              <a:xfrm>
                <a:off x="5989680" y="3796200"/>
                <a:ext cx="50400" cy="50760"/>
              </a:xfrm>
              <a:custGeom>
                <a:avLst/>
                <a:gdLst/>
                <a:ahLst/>
                <a:cxnLst/>
                <a:rect l="l" t="t" r="r" b="b"/>
                <a:pathLst>
                  <a:path w="140" h="141" extrusionOk="0">
                    <a:moveTo>
                      <a:pt x="140" y="71"/>
                    </a:moveTo>
                    <a:cubicBezTo>
                      <a:pt x="140" y="32"/>
                      <a:pt x="109" y="0"/>
                      <a:pt x="70" y="0"/>
                    </a:cubicBezTo>
                    <a:cubicBezTo>
                      <a:pt x="31" y="0"/>
                      <a:pt x="0" y="32"/>
                      <a:pt x="0" y="71"/>
                    </a:cubicBezTo>
                    <a:cubicBezTo>
                      <a:pt x="0" y="110"/>
                      <a:pt x="31" y="141"/>
                      <a:pt x="70" y="141"/>
                    </a:cubicBezTo>
                    <a:cubicBezTo>
                      <a:pt x="109" y="141"/>
                      <a:pt x="140" y="110"/>
                      <a:pt x="140" y="71"/>
                    </a:cubicBezTo>
                    <a:close/>
                  </a:path>
                </a:pathLst>
              </a:custGeom>
              <a:solidFill>
                <a:schemeClr val="dk1"/>
              </a:solidFill>
              <a:ln>
                <a:noFill/>
              </a:ln>
            </p:spPr>
            <p:txBody>
              <a:bodyPr spcFirstLastPara="1" wrap="square" lIns="90000" tIns="5750" rIns="90000" bIns="575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551" name="Google Shape;551;p26"/>
              <p:cNvSpPr/>
              <p:nvPr/>
            </p:nvSpPr>
            <p:spPr>
              <a:xfrm>
                <a:off x="6151680" y="3796200"/>
                <a:ext cx="50400" cy="50760"/>
              </a:xfrm>
              <a:custGeom>
                <a:avLst/>
                <a:gdLst/>
                <a:ahLst/>
                <a:cxnLst/>
                <a:rect l="l" t="t" r="r" b="b"/>
                <a:pathLst>
                  <a:path w="140" h="141" extrusionOk="0">
                    <a:moveTo>
                      <a:pt x="140" y="71"/>
                    </a:moveTo>
                    <a:cubicBezTo>
                      <a:pt x="140" y="32"/>
                      <a:pt x="109" y="0"/>
                      <a:pt x="70" y="0"/>
                    </a:cubicBezTo>
                    <a:cubicBezTo>
                      <a:pt x="31" y="0"/>
                      <a:pt x="0" y="32"/>
                      <a:pt x="0" y="71"/>
                    </a:cubicBezTo>
                    <a:cubicBezTo>
                      <a:pt x="0" y="110"/>
                      <a:pt x="31" y="141"/>
                      <a:pt x="70" y="141"/>
                    </a:cubicBezTo>
                    <a:cubicBezTo>
                      <a:pt x="109" y="141"/>
                      <a:pt x="140" y="110"/>
                      <a:pt x="140" y="71"/>
                    </a:cubicBezTo>
                    <a:close/>
                  </a:path>
                </a:pathLst>
              </a:custGeom>
              <a:solidFill>
                <a:schemeClr val="dk1"/>
              </a:solidFill>
              <a:ln>
                <a:noFill/>
              </a:ln>
            </p:spPr>
            <p:txBody>
              <a:bodyPr spcFirstLastPara="1" wrap="square" lIns="90000" tIns="5750" rIns="90000" bIns="575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552" name="Google Shape;552;p26"/>
              <p:cNvSpPr/>
              <p:nvPr/>
            </p:nvSpPr>
            <p:spPr>
              <a:xfrm>
                <a:off x="6313680" y="3796200"/>
                <a:ext cx="50400" cy="50760"/>
              </a:xfrm>
              <a:custGeom>
                <a:avLst/>
                <a:gdLst/>
                <a:ahLst/>
                <a:cxnLst/>
                <a:rect l="l" t="t" r="r" b="b"/>
                <a:pathLst>
                  <a:path w="140" h="141" extrusionOk="0">
                    <a:moveTo>
                      <a:pt x="140" y="71"/>
                    </a:moveTo>
                    <a:cubicBezTo>
                      <a:pt x="140" y="32"/>
                      <a:pt x="109" y="0"/>
                      <a:pt x="70" y="0"/>
                    </a:cubicBezTo>
                    <a:cubicBezTo>
                      <a:pt x="31" y="0"/>
                      <a:pt x="0" y="32"/>
                      <a:pt x="0" y="71"/>
                    </a:cubicBezTo>
                    <a:cubicBezTo>
                      <a:pt x="0" y="110"/>
                      <a:pt x="31" y="141"/>
                      <a:pt x="70" y="141"/>
                    </a:cubicBezTo>
                    <a:cubicBezTo>
                      <a:pt x="109" y="141"/>
                      <a:pt x="140" y="110"/>
                      <a:pt x="140" y="71"/>
                    </a:cubicBezTo>
                    <a:close/>
                  </a:path>
                </a:pathLst>
              </a:custGeom>
              <a:solidFill>
                <a:schemeClr val="dk1"/>
              </a:solidFill>
              <a:ln>
                <a:noFill/>
              </a:ln>
            </p:spPr>
            <p:txBody>
              <a:bodyPr spcFirstLastPara="1" wrap="square" lIns="90000" tIns="5750" rIns="90000" bIns="575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grpSp>
      </p:grpSp>
      <p:sp>
        <p:nvSpPr>
          <p:cNvPr id="553" name="Google Shape;553;p26"/>
          <p:cNvSpPr/>
          <p:nvPr/>
        </p:nvSpPr>
        <p:spPr>
          <a:xfrm>
            <a:off x="6640097" y="4390018"/>
            <a:ext cx="447480" cy="510840"/>
          </a:xfrm>
          <a:custGeom>
            <a:avLst/>
            <a:gdLst/>
            <a:ahLst/>
            <a:cxnLst/>
            <a:rect l="l" t="t" r="r" b="b"/>
            <a:pathLst>
              <a:path w="1243" h="1419" extrusionOk="0">
                <a:moveTo>
                  <a:pt x="872" y="102"/>
                </a:moveTo>
                <a:lnTo>
                  <a:pt x="0" y="0"/>
                </a:lnTo>
                <a:lnTo>
                  <a:pt x="89" y="995"/>
                </a:lnTo>
                <a:lnTo>
                  <a:pt x="273" y="784"/>
                </a:lnTo>
                <a:lnTo>
                  <a:pt x="829" y="1419"/>
                </a:lnTo>
                <a:lnTo>
                  <a:pt x="1243" y="947"/>
                </a:lnTo>
                <a:lnTo>
                  <a:pt x="687" y="313"/>
                </a:lnTo>
                <a:lnTo>
                  <a:pt x="872" y="102"/>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6" name="Rectangle 45"/>
          <p:cNvSpPr/>
          <p:nvPr/>
        </p:nvSpPr>
        <p:spPr>
          <a:xfrm>
            <a:off x="4496697" y="2555983"/>
            <a:ext cx="4012602" cy="1715662"/>
          </a:xfrm>
          <a:prstGeom prst="rect">
            <a:avLst/>
          </a:prstGeom>
        </p:spPr>
        <p:txBody>
          <a:bodyPr wrap="square">
            <a:spAutoFit/>
          </a:bodyPr>
          <a:lstStyle/>
          <a:p>
            <a:pPr lvl="0" eaLnBrk="0" fontAlgn="base" hangingPunct="0">
              <a:lnSpc>
                <a:spcPct val="150000"/>
              </a:lnSpc>
              <a:spcBef>
                <a:spcPct val="0"/>
              </a:spcBef>
              <a:spcAft>
                <a:spcPct val="0"/>
              </a:spcAft>
              <a:buClrTx/>
            </a:pPr>
            <a:r>
              <a:rPr lang="en-US" altLang="en-US" sz="1600" b="1" dirty="0">
                <a:solidFill>
                  <a:schemeClr val="tx1"/>
                </a:solidFill>
                <a:latin typeface="Times New Roman" panose="02020603050405020304" pitchFamily="18" charset="0"/>
                <a:cs typeface="Times New Roman" panose="02020603050405020304" pitchFamily="18" charset="0"/>
              </a:rPr>
              <a:t>Batch - 22	</a:t>
            </a:r>
            <a:endParaRPr lang="en-US" altLang="en-US" dirty="0">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buClrTx/>
            </a:pPr>
            <a:r>
              <a:rPr lang="en-US" altLang="en-US" dirty="0">
                <a:solidFill>
                  <a:schemeClr val="tx1"/>
                </a:solidFill>
                <a:latin typeface="Times New Roman" panose="02020603050405020304" pitchFamily="18" charset="0"/>
                <a:cs typeface="Times New Roman" panose="02020603050405020304" pitchFamily="18" charset="0"/>
              </a:rPr>
              <a:t>	221FA04151 – G.  Maneesha</a:t>
            </a:r>
          </a:p>
          <a:p>
            <a:pPr lvl="0" eaLnBrk="0" fontAlgn="base" hangingPunct="0">
              <a:lnSpc>
                <a:spcPct val="150000"/>
              </a:lnSpc>
              <a:spcBef>
                <a:spcPct val="0"/>
              </a:spcBef>
              <a:spcAft>
                <a:spcPct val="0"/>
              </a:spcAft>
              <a:buClrTx/>
            </a:pPr>
            <a:r>
              <a:rPr lang="en-US" altLang="en-US" dirty="0">
                <a:solidFill>
                  <a:schemeClr val="tx1"/>
                </a:solidFill>
                <a:latin typeface="Times New Roman" panose="02020603050405020304" pitchFamily="18" charset="0"/>
                <a:cs typeface="Times New Roman" panose="02020603050405020304" pitchFamily="18" charset="0"/>
              </a:rPr>
              <a:t>	221FA04161 – K. Kumari Supraja</a:t>
            </a:r>
          </a:p>
          <a:p>
            <a:pPr lvl="0" eaLnBrk="0" fontAlgn="base" hangingPunct="0">
              <a:lnSpc>
                <a:spcPct val="150000"/>
              </a:lnSpc>
              <a:spcBef>
                <a:spcPct val="0"/>
              </a:spcBef>
              <a:spcAft>
                <a:spcPct val="0"/>
              </a:spcAft>
              <a:buClrTx/>
            </a:pPr>
            <a:r>
              <a:rPr lang="en-US" altLang="en-US" dirty="0">
                <a:solidFill>
                  <a:schemeClr val="tx1"/>
                </a:solidFill>
                <a:latin typeface="Times New Roman" panose="02020603050405020304" pitchFamily="18" charset="0"/>
                <a:cs typeface="Times New Roman" panose="02020603050405020304" pitchFamily="18" charset="0"/>
              </a:rPr>
              <a:t>	221FA04206 – K. Lavanya</a:t>
            </a:r>
          </a:p>
          <a:p>
            <a:pPr lvl="0" eaLnBrk="0" fontAlgn="base" hangingPunct="0">
              <a:lnSpc>
                <a:spcPct val="150000"/>
              </a:lnSpc>
              <a:spcBef>
                <a:spcPct val="0"/>
              </a:spcBef>
              <a:spcAft>
                <a:spcPct val="0"/>
              </a:spcAft>
              <a:buClrTx/>
            </a:pPr>
            <a:r>
              <a:rPr lang="en-US" altLang="en-US" b="1" dirty="0">
                <a:solidFill>
                  <a:schemeClr val="tx1"/>
                </a:solidFill>
                <a:latin typeface="Times New Roman" panose="02020603050405020304" pitchFamily="18" charset="0"/>
                <a:cs typeface="Times New Roman" panose="02020603050405020304" pitchFamily="18" charset="0"/>
              </a:rPr>
              <a:t>Guide</a:t>
            </a:r>
            <a:r>
              <a:rPr lang="en-US" altLang="en-US" dirty="0">
                <a:solidFill>
                  <a:schemeClr val="tx1"/>
                </a:solidFill>
                <a:latin typeface="Times New Roman" panose="02020603050405020304" pitchFamily="18" charset="0"/>
                <a:cs typeface="Times New Roman" panose="02020603050405020304" pitchFamily="18" charset="0"/>
              </a:rPr>
              <a:t> : Dr. Rambabu Kusuma</a:t>
            </a:r>
          </a:p>
        </p:txBody>
      </p:sp>
    </p:spTree>
  </p:cSld>
  <p:clrMapOvr>
    <a:masterClrMapping/>
  </p:clrMapOvr>
  <mc:AlternateContent xmlns:mc="http://schemas.openxmlformats.org/markup-compatibility/2006" xmlns:p14="http://schemas.microsoft.com/office/powerpoint/2010/main">
    <mc:Choice Requires="p14">
      <p:transition spd="slow" p14:dur="2000" advTm="8285"/>
    </mc:Choice>
    <mc:Fallback xmlns="">
      <p:transition spd="slow" advTm="828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9D59-3751-ED82-6CF7-FE9BCD9F2DFB}"/>
            </a:ext>
          </a:extLst>
        </p:cNvPr>
        <p:cNvGrpSpPr/>
        <p:nvPr/>
      </p:nvGrpSpPr>
      <p:grpSpPr>
        <a:xfrm>
          <a:off x="0" y="0"/>
          <a:ext cx="0" cy="0"/>
          <a:chOff x="0" y="0"/>
          <a:chExt cx="0" cy="0"/>
        </a:xfrm>
      </p:grpSpPr>
      <p:sp>
        <p:nvSpPr>
          <p:cNvPr id="3" name="Text Box 2">
            <a:extLst>
              <a:ext uri="{FF2B5EF4-FFF2-40B4-BE49-F238E27FC236}">
                <a16:creationId xmlns:a16="http://schemas.microsoft.com/office/drawing/2014/main" id="{A5522A2E-09E4-CE34-7FA7-016FA080B928}"/>
              </a:ext>
            </a:extLst>
          </p:cNvPr>
          <p:cNvSpPr txBox="1"/>
          <p:nvPr/>
        </p:nvSpPr>
        <p:spPr>
          <a:xfrm>
            <a:off x="446048" y="1852008"/>
            <a:ext cx="8098109" cy="3571240"/>
          </a:xfrm>
          <a:prstGeom prst="rect">
            <a:avLst/>
          </a:prstGeom>
          <a:noFill/>
        </p:spPr>
        <p:txBody>
          <a:bodyPr wrap="square" rtlCol="0">
            <a:noAutofit/>
          </a:bodyPr>
          <a:lstStyle/>
          <a:p>
            <a:endParaRPr lang="en-US" sz="1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F70BF8EB-DF9B-1C10-DA62-1C31AB8AA133}"/>
              </a:ext>
            </a:extLst>
          </p:cNvPr>
          <p:cNvSpPr>
            <a:spLocks noChangeArrowheads="1"/>
          </p:cNvSpPr>
          <p:nvPr/>
        </p:nvSpPr>
        <p:spPr bwMode="auto">
          <a:xfrm>
            <a:off x="691375" y="1375393"/>
            <a:ext cx="7852781" cy="261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200000"/>
              </a:lnSpc>
            </a:pPr>
            <a:r>
              <a:rPr lang="en-US" dirty="0">
                <a:latin typeface="Times New Roman" panose="02020603050405020304" pitchFamily="18" charset="0"/>
                <a:cs typeface="Times New Roman" panose="02020603050405020304" pitchFamily="18" charset="0"/>
              </a:rPr>
              <a:t>Many people, especially students, face mental health challenges such as stress, anxiety, and depression in their daily lives. Due to academic pressure from exams, placements, and continuous studies, students often feel overwhelmed and emotionally drained. However, there is a lack of immediate and accessible mental health support systems that can assist them at the right time. Therefore, there is a strong need for a 24/7 AI-based solution that can provide instant emotional support, guidance, and basic mental health assistance whenever required.</a:t>
            </a:r>
          </a:p>
        </p:txBody>
      </p:sp>
      <p:sp>
        <p:nvSpPr>
          <p:cNvPr id="4" name="TextBox 3">
            <a:extLst>
              <a:ext uri="{FF2B5EF4-FFF2-40B4-BE49-F238E27FC236}">
                <a16:creationId xmlns:a16="http://schemas.microsoft.com/office/drawing/2014/main" id="{CFB648A4-7DEA-163D-98B5-781575D063F8}"/>
              </a:ext>
            </a:extLst>
          </p:cNvPr>
          <p:cNvSpPr txBox="1"/>
          <p:nvPr/>
        </p:nvSpPr>
        <p:spPr>
          <a:xfrm>
            <a:off x="3000838" y="334537"/>
            <a:ext cx="2988527" cy="338554"/>
          </a:xfrm>
          <a:prstGeom prst="rect">
            <a:avLst/>
          </a:prstGeom>
          <a:noFill/>
        </p:spPr>
        <p:txBody>
          <a:bodyPr wrap="square" rtlCol="0">
            <a:spAutoFit/>
          </a:bodyPr>
          <a:lstStyle/>
          <a:p>
            <a:r>
              <a:rPr lang="en-US" sz="1600" b="1" dirty="0"/>
              <a:t>PROBLEM STATEMENT</a:t>
            </a:r>
            <a:endParaRPr lang="en-IN" sz="1600" b="1" dirty="0"/>
          </a:p>
        </p:txBody>
      </p:sp>
    </p:spTree>
    <p:extLst>
      <p:ext uri="{BB962C8B-B14F-4D97-AF65-F5344CB8AC3E}">
        <p14:creationId xmlns:p14="http://schemas.microsoft.com/office/powerpoint/2010/main" val="1343713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grpSp>
        <p:nvGrpSpPr>
          <p:cNvPr id="905" name="Google Shape;905;p33"/>
          <p:cNvGrpSpPr/>
          <p:nvPr/>
        </p:nvGrpSpPr>
        <p:grpSpPr>
          <a:xfrm>
            <a:off x="535495" y="1296950"/>
            <a:ext cx="678240" cy="415440"/>
            <a:chOff x="-962030" y="2476750"/>
            <a:chExt cx="678240" cy="415440"/>
          </a:xfrm>
        </p:grpSpPr>
        <p:sp>
          <p:nvSpPr>
            <p:cNvPr id="906" name="Google Shape;906;p33"/>
            <p:cNvSpPr/>
            <p:nvPr/>
          </p:nvSpPr>
          <p:spPr>
            <a:xfrm>
              <a:off x="-962030" y="2476750"/>
              <a:ext cx="678240" cy="415440"/>
            </a:xfrm>
            <a:custGeom>
              <a:avLst/>
              <a:gdLst/>
              <a:ahLst/>
              <a:cxnLst/>
              <a:rect l="l" t="t" r="r" b="b"/>
              <a:pathLst>
                <a:path w="1884" h="1154" extrusionOk="0">
                  <a:moveTo>
                    <a:pt x="1307" y="1154"/>
                  </a:moveTo>
                  <a:lnTo>
                    <a:pt x="0" y="1154"/>
                  </a:lnTo>
                  <a:lnTo>
                    <a:pt x="0" y="577"/>
                  </a:lnTo>
                  <a:cubicBezTo>
                    <a:pt x="0" y="258"/>
                    <a:pt x="258" y="0"/>
                    <a:pt x="577" y="0"/>
                  </a:cubicBezTo>
                  <a:lnTo>
                    <a:pt x="1307" y="0"/>
                  </a:lnTo>
                  <a:cubicBezTo>
                    <a:pt x="1626" y="0"/>
                    <a:pt x="1884" y="258"/>
                    <a:pt x="1884" y="577"/>
                  </a:cubicBezTo>
                  <a:cubicBezTo>
                    <a:pt x="1884" y="896"/>
                    <a:pt x="1626" y="1154"/>
                    <a:pt x="1307" y="1154"/>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907" name="Google Shape;907;p33"/>
            <p:cNvGrpSpPr/>
            <p:nvPr/>
          </p:nvGrpSpPr>
          <p:grpSpPr>
            <a:xfrm>
              <a:off x="-815870" y="2671150"/>
              <a:ext cx="374400" cy="50760"/>
              <a:chOff x="5989680" y="3796200"/>
              <a:chExt cx="374400" cy="50760"/>
            </a:xfrm>
          </p:grpSpPr>
          <p:sp>
            <p:nvSpPr>
              <p:cNvPr id="908" name="Google Shape;908;p33"/>
              <p:cNvSpPr/>
              <p:nvPr/>
            </p:nvSpPr>
            <p:spPr>
              <a:xfrm>
                <a:off x="5989680" y="3796200"/>
                <a:ext cx="50400" cy="50760"/>
              </a:xfrm>
              <a:custGeom>
                <a:avLst/>
                <a:gdLst/>
                <a:ahLst/>
                <a:cxnLst/>
                <a:rect l="l" t="t" r="r" b="b"/>
                <a:pathLst>
                  <a:path w="140" h="141" extrusionOk="0">
                    <a:moveTo>
                      <a:pt x="140" y="71"/>
                    </a:moveTo>
                    <a:cubicBezTo>
                      <a:pt x="140" y="32"/>
                      <a:pt x="109" y="0"/>
                      <a:pt x="70" y="0"/>
                    </a:cubicBezTo>
                    <a:cubicBezTo>
                      <a:pt x="31" y="0"/>
                      <a:pt x="0" y="32"/>
                      <a:pt x="0" y="71"/>
                    </a:cubicBezTo>
                    <a:cubicBezTo>
                      <a:pt x="0" y="110"/>
                      <a:pt x="31" y="141"/>
                      <a:pt x="70" y="141"/>
                    </a:cubicBezTo>
                    <a:cubicBezTo>
                      <a:pt x="109" y="141"/>
                      <a:pt x="140" y="110"/>
                      <a:pt x="140" y="71"/>
                    </a:cubicBezTo>
                    <a:close/>
                  </a:path>
                </a:pathLst>
              </a:custGeom>
              <a:solidFill>
                <a:schemeClr val="dk1"/>
              </a:solidFill>
              <a:ln>
                <a:noFill/>
              </a:ln>
            </p:spPr>
            <p:txBody>
              <a:bodyPr spcFirstLastPara="1" wrap="square" lIns="90000" tIns="5750" rIns="90000" bIns="575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909" name="Google Shape;909;p33"/>
              <p:cNvSpPr/>
              <p:nvPr/>
            </p:nvSpPr>
            <p:spPr>
              <a:xfrm>
                <a:off x="6151680" y="3796200"/>
                <a:ext cx="50400" cy="50760"/>
              </a:xfrm>
              <a:custGeom>
                <a:avLst/>
                <a:gdLst/>
                <a:ahLst/>
                <a:cxnLst/>
                <a:rect l="l" t="t" r="r" b="b"/>
                <a:pathLst>
                  <a:path w="140" h="141" extrusionOk="0">
                    <a:moveTo>
                      <a:pt x="140" y="71"/>
                    </a:moveTo>
                    <a:cubicBezTo>
                      <a:pt x="140" y="32"/>
                      <a:pt x="109" y="0"/>
                      <a:pt x="70" y="0"/>
                    </a:cubicBezTo>
                    <a:cubicBezTo>
                      <a:pt x="31" y="0"/>
                      <a:pt x="0" y="32"/>
                      <a:pt x="0" y="71"/>
                    </a:cubicBezTo>
                    <a:cubicBezTo>
                      <a:pt x="0" y="110"/>
                      <a:pt x="31" y="141"/>
                      <a:pt x="70" y="141"/>
                    </a:cubicBezTo>
                    <a:cubicBezTo>
                      <a:pt x="109" y="141"/>
                      <a:pt x="140" y="110"/>
                      <a:pt x="140" y="71"/>
                    </a:cubicBezTo>
                    <a:close/>
                  </a:path>
                </a:pathLst>
              </a:custGeom>
              <a:solidFill>
                <a:schemeClr val="dk1"/>
              </a:solidFill>
              <a:ln>
                <a:noFill/>
              </a:ln>
            </p:spPr>
            <p:txBody>
              <a:bodyPr spcFirstLastPara="1" wrap="square" lIns="90000" tIns="5750" rIns="90000" bIns="575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910" name="Google Shape;910;p33"/>
              <p:cNvSpPr/>
              <p:nvPr/>
            </p:nvSpPr>
            <p:spPr>
              <a:xfrm>
                <a:off x="6313680" y="3796200"/>
                <a:ext cx="50400" cy="50760"/>
              </a:xfrm>
              <a:custGeom>
                <a:avLst/>
                <a:gdLst/>
                <a:ahLst/>
                <a:cxnLst/>
                <a:rect l="l" t="t" r="r" b="b"/>
                <a:pathLst>
                  <a:path w="140" h="141" extrusionOk="0">
                    <a:moveTo>
                      <a:pt x="140" y="71"/>
                    </a:moveTo>
                    <a:cubicBezTo>
                      <a:pt x="140" y="32"/>
                      <a:pt x="109" y="0"/>
                      <a:pt x="70" y="0"/>
                    </a:cubicBezTo>
                    <a:cubicBezTo>
                      <a:pt x="31" y="0"/>
                      <a:pt x="0" y="32"/>
                      <a:pt x="0" y="71"/>
                    </a:cubicBezTo>
                    <a:cubicBezTo>
                      <a:pt x="0" y="110"/>
                      <a:pt x="31" y="141"/>
                      <a:pt x="70" y="141"/>
                    </a:cubicBezTo>
                    <a:cubicBezTo>
                      <a:pt x="109" y="141"/>
                      <a:pt x="140" y="110"/>
                      <a:pt x="140" y="71"/>
                    </a:cubicBezTo>
                    <a:close/>
                  </a:path>
                </a:pathLst>
              </a:custGeom>
              <a:solidFill>
                <a:schemeClr val="dk1"/>
              </a:solidFill>
              <a:ln>
                <a:noFill/>
              </a:ln>
            </p:spPr>
            <p:txBody>
              <a:bodyPr spcFirstLastPara="1" wrap="square" lIns="90000" tIns="5750" rIns="90000" bIns="575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grpSp>
      </p:grpSp>
      <p:sp>
        <p:nvSpPr>
          <p:cNvPr id="3" name="Text Box 2"/>
          <p:cNvSpPr txBox="1"/>
          <p:nvPr/>
        </p:nvSpPr>
        <p:spPr>
          <a:xfrm>
            <a:off x="1271923" y="1289515"/>
            <a:ext cx="7306845" cy="3297352"/>
          </a:xfrm>
          <a:prstGeom prst="rect">
            <a:avLst/>
          </a:prstGeom>
          <a:noFill/>
        </p:spPr>
        <p:txBody>
          <a:bodyPr wrap="square" rtlCol="0">
            <a:noAutofit/>
          </a:bodyPr>
          <a:lstStyle/>
          <a:p>
            <a:pPr marL="285750" indent="-285750">
              <a:lnSpc>
                <a:spcPct val="2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Build an AI chatbot for mental health support </a:t>
            </a:r>
          </a:p>
          <a:p>
            <a:pPr marL="285750" indent="-285750">
              <a:lnSpc>
                <a:spcPct val="2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 emotions from user input </a:t>
            </a:r>
          </a:p>
          <a:p>
            <a:pPr marL="285750" indent="-285750">
              <a:lnSpc>
                <a:spcPct val="2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helpful responses and suggestions </a:t>
            </a:r>
          </a:p>
          <a:p>
            <a:pPr marL="285750" indent="-285750">
              <a:lnSpc>
                <a:spcPct val="2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 students and general users </a:t>
            </a:r>
          </a:p>
        </p:txBody>
      </p:sp>
      <p:sp>
        <p:nvSpPr>
          <p:cNvPr id="2" name="TextBox 1">
            <a:extLst>
              <a:ext uri="{FF2B5EF4-FFF2-40B4-BE49-F238E27FC236}">
                <a16:creationId xmlns:a16="http://schemas.microsoft.com/office/drawing/2014/main" id="{1658DFDF-B2C2-6D63-13E2-AAD1A1657B02}"/>
              </a:ext>
            </a:extLst>
          </p:cNvPr>
          <p:cNvSpPr txBox="1"/>
          <p:nvPr/>
        </p:nvSpPr>
        <p:spPr>
          <a:xfrm>
            <a:off x="3315629" y="341971"/>
            <a:ext cx="1732156" cy="338554"/>
          </a:xfrm>
          <a:prstGeom prst="rect">
            <a:avLst/>
          </a:prstGeom>
          <a:noFill/>
        </p:spPr>
        <p:txBody>
          <a:bodyPr wrap="square" rtlCol="0">
            <a:spAutoFit/>
          </a:bodyPr>
          <a:lstStyle/>
          <a:p>
            <a:r>
              <a:rPr lang="en-US" sz="1600" b="1" dirty="0"/>
              <a:t>OBJECTIVE</a:t>
            </a:r>
            <a:endParaRPr lang="en-IN" sz="1600" b="1" dirty="0"/>
          </a:p>
        </p:txBody>
      </p:sp>
    </p:spTree>
  </p:cSld>
  <p:clrMapOvr>
    <a:masterClrMapping/>
  </p:clrMapOvr>
  <mc:AlternateContent xmlns:mc="http://schemas.openxmlformats.org/markup-compatibility/2006" xmlns:p14="http://schemas.microsoft.com/office/powerpoint/2010/main">
    <mc:Choice Requires="p14">
      <p:transition spd="slow" p14:dur="2000" advTm="65085"/>
    </mc:Choice>
    <mc:Fallback xmlns="">
      <p:transition spd="slow" advTm="6508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691" y="139848"/>
            <a:ext cx="7704000" cy="634701"/>
          </a:xfrm>
        </p:spPr>
        <p:txBody>
          <a:bodyPr/>
          <a:lstStyle/>
          <a:p>
            <a:pPr algn="ctr"/>
            <a:r>
              <a:rPr lang="en-IN" dirty="0">
                <a:latin typeface="Times New Roman" panose="02020603050405020304" pitchFamily="18" charset="0"/>
                <a:cs typeface="Times New Roman" panose="02020603050405020304" pitchFamily="18" charset="0"/>
              </a:rPr>
              <a:t>Technologies</a:t>
            </a:r>
            <a:endParaRPr lang="en-US" dirty="0">
              <a:latin typeface="Times New Roman" panose="02020603050405020304" pitchFamily="18" charset="0"/>
              <a:cs typeface="Times New Roman" pitchFamily="18" charset="0"/>
            </a:endParaRPr>
          </a:p>
        </p:txBody>
      </p:sp>
      <p:sp>
        <p:nvSpPr>
          <p:cNvPr id="3" name="Rectangle 2"/>
          <p:cNvSpPr/>
          <p:nvPr/>
        </p:nvSpPr>
        <p:spPr>
          <a:xfrm>
            <a:off x="816749" y="1025869"/>
            <a:ext cx="8138160" cy="3715954"/>
          </a:xfrm>
          <a:prstGeom prst="rect">
            <a:avLst/>
          </a:prstGeom>
        </p:spPr>
        <p:txBody>
          <a:bodyPr wrap="square">
            <a:spAutoFit/>
          </a:bodyPr>
          <a:lstStyle/>
          <a:p>
            <a:pPr>
              <a:lnSpc>
                <a:spcPct val="250000"/>
              </a:lnSpc>
            </a:pPr>
            <a:r>
              <a:rPr lang="en-IN" b="1" dirty="0">
                <a:latin typeface="Times New Roman" panose="02020603050405020304" pitchFamily="18" charset="0"/>
                <a:cs typeface="Times New Roman" panose="02020603050405020304" pitchFamily="18" charset="0"/>
              </a:rPr>
              <a:t>Frontend: HTML, CSS, JavaScript</a:t>
            </a:r>
            <a:endParaRPr lang="en-IN" dirty="0">
              <a:latin typeface="Times New Roman" panose="02020603050405020304" pitchFamily="18" charset="0"/>
              <a:cs typeface="Times New Roman" panose="02020603050405020304" pitchFamily="18" charset="0"/>
            </a:endParaRPr>
          </a:p>
          <a:p>
            <a:pPr marL="285750" lvl="7"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to create user interface and chatbot layout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Handles user input and displays responses </a:t>
            </a:r>
          </a:p>
          <a:p>
            <a:endParaRPr lang="en-IN" dirty="0">
              <a:latin typeface="Times New Roman" panose="02020603050405020304" pitchFamily="18" charset="0"/>
              <a:cs typeface="Times New Roman" panose="02020603050405020304" pitchFamily="18" charset="0"/>
            </a:endParaRPr>
          </a:p>
          <a:p>
            <a:pPr>
              <a:lnSpc>
                <a:spcPct val="250000"/>
              </a:lnSpc>
            </a:pPr>
            <a:r>
              <a:rPr lang="en-IN" b="1" dirty="0">
                <a:latin typeface="Times New Roman" panose="02020603050405020304" pitchFamily="18" charset="0"/>
                <a:cs typeface="Times New Roman" panose="02020603050405020304" pitchFamily="18" charset="0"/>
              </a:rPr>
              <a:t>Backend: Python (Flask)</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Manages server-side logic and API requests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Connects frontend with AI model</a:t>
            </a:r>
          </a:p>
          <a:p>
            <a:pPr>
              <a:lnSpc>
                <a:spcPct val="150000"/>
              </a:lnSpc>
            </a:pPr>
            <a:endParaRPr lang="en-IN"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AI/NLP: </a:t>
            </a:r>
            <a:r>
              <a:rPr lang="en-US" b="1" dirty="0" err="1">
                <a:latin typeface="Times New Roman" panose="02020603050405020304" pitchFamily="18" charset="0"/>
                <a:cs typeface="Times New Roman" panose="02020603050405020304" pitchFamily="18" charset="0"/>
              </a:rPr>
              <a:t>TextBlob</a:t>
            </a:r>
            <a:r>
              <a:rPr lang="en-US" b="1" dirty="0">
                <a:latin typeface="Times New Roman" panose="02020603050405020304" pitchFamily="18" charset="0"/>
                <a:cs typeface="Times New Roman" panose="02020603050405020304" pitchFamily="18" charset="0"/>
              </a:rPr>
              <a:t> + Keyword Detection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Detects user emotions using sentiment analysis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keywords to identify intent accurately</a:t>
            </a: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1">
          <a:extLst>
            <a:ext uri="{FF2B5EF4-FFF2-40B4-BE49-F238E27FC236}">
              <a16:creationId xmlns:a16="http://schemas.microsoft.com/office/drawing/2014/main" id="{58BAD9B1-8221-807F-A9B0-14EE8236B763}"/>
            </a:ext>
          </a:extLst>
        </p:cNvPr>
        <p:cNvGrpSpPr/>
        <p:nvPr/>
      </p:nvGrpSpPr>
      <p:grpSpPr>
        <a:xfrm>
          <a:off x="0" y="0"/>
          <a:ext cx="0" cy="0"/>
          <a:chOff x="0" y="0"/>
          <a:chExt cx="0" cy="0"/>
        </a:xfrm>
      </p:grpSpPr>
      <p:grpSp>
        <p:nvGrpSpPr>
          <p:cNvPr id="19" name="Google Shape;1679;p46">
            <a:extLst>
              <a:ext uri="{FF2B5EF4-FFF2-40B4-BE49-F238E27FC236}">
                <a16:creationId xmlns:a16="http://schemas.microsoft.com/office/drawing/2014/main" id="{3EAA678A-3670-1018-B2F0-5D00DF48BFEE}"/>
              </a:ext>
            </a:extLst>
          </p:cNvPr>
          <p:cNvGrpSpPr/>
          <p:nvPr/>
        </p:nvGrpSpPr>
        <p:grpSpPr>
          <a:xfrm>
            <a:off x="8123753" y="756299"/>
            <a:ext cx="608130" cy="1540992"/>
            <a:chOff x="6143102" y="1330775"/>
            <a:chExt cx="325604" cy="825075"/>
          </a:xfrm>
        </p:grpSpPr>
        <p:sp>
          <p:nvSpPr>
            <p:cNvPr id="20" name="Google Shape;1680;p46">
              <a:extLst>
                <a:ext uri="{FF2B5EF4-FFF2-40B4-BE49-F238E27FC236}">
                  <a16:creationId xmlns:a16="http://schemas.microsoft.com/office/drawing/2014/main" id="{A746DE4C-53E5-94A0-7AD6-2E4C60B98CD2}"/>
                </a:ext>
              </a:extLst>
            </p:cNvPr>
            <p:cNvSpPr/>
            <p:nvPr/>
          </p:nvSpPr>
          <p:spPr>
            <a:xfrm>
              <a:off x="6211252" y="1911210"/>
              <a:ext cx="189013" cy="244640"/>
            </a:xfrm>
            <a:custGeom>
              <a:avLst/>
              <a:gdLst/>
              <a:ahLst/>
              <a:cxnLst/>
              <a:rect l="l" t="t" r="r" b="b"/>
              <a:pathLst>
                <a:path w="649" h="840" extrusionOk="0">
                  <a:moveTo>
                    <a:pt x="0" y="840"/>
                  </a:moveTo>
                  <a:lnTo>
                    <a:pt x="649" y="840"/>
                  </a:lnTo>
                  <a:lnTo>
                    <a:pt x="649" y="0"/>
                  </a:lnTo>
                  <a:lnTo>
                    <a:pt x="0" y="0"/>
                  </a:lnTo>
                  <a:lnTo>
                    <a:pt x="0" y="84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Google Shape;1681;p46">
              <a:extLst>
                <a:ext uri="{FF2B5EF4-FFF2-40B4-BE49-F238E27FC236}">
                  <a16:creationId xmlns:a16="http://schemas.microsoft.com/office/drawing/2014/main" id="{39747940-7B62-C9E9-428F-823B260E5F44}"/>
                </a:ext>
              </a:extLst>
            </p:cNvPr>
            <p:cNvSpPr/>
            <p:nvPr/>
          </p:nvSpPr>
          <p:spPr>
            <a:xfrm>
              <a:off x="6183293" y="1861409"/>
              <a:ext cx="244931" cy="49802"/>
            </a:xfrm>
            <a:custGeom>
              <a:avLst/>
              <a:gdLst/>
              <a:ahLst/>
              <a:cxnLst/>
              <a:rect l="l" t="t" r="r" b="b"/>
              <a:pathLst>
                <a:path w="841" h="171" extrusionOk="0">
                  <a:moveTo>
                    <a:pt x="841" y="0"/>
                  </a:moveTo>
                  <a:lnTo>
                    <a:pt x="0" y="0"/>
                  </a:lnTo>
                  <a:lnTo>
                    <a:pt x="0" y="171"/>
                  </a:lnTo>
                  <a:lnTo>
                    <a:pt x="841" y="171"/>
                  </a:lnTo>
                  <a:lnTo>
                    <a:pt x="841" y="0"/>
                  </a:lnTo>
                  <a:close/>
                </a:path>
              </a:pathLst>
            </a:custGeom>
            <a:solidFill>
              <a:schemeClr val="accent1"/>
            </a:solidFill>
            <a:ln>
              <a:noFill/>
            </a:ln>
          </p:spPr>
          <p:txBody>
            <a:bodyPr spcFirstLastPara="1" wrap="square" lIns="90000" tIns="16550" rIns="90000" bIns="1655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1682;p46">
              <a:extLst>
                <a:ext uri="{FF2B5EF4-FFF2-40B4-BE49-F238E27FC236}">
                  <a16:creationId xmlns:a16="http://schemas.microsoft.com/office/drawing/2014/main" id="{03E816AE-7E9C-DC03-2348-BADBA39AAC1C}"/>
                </a:ext>
              </a:extLst>
            </p:cNvPr>
            <p:cNvSpPr/>
            <p:nvPr/>
          </p:nvSpPr>
          <p:spPr>
            <a:xfrm>
              <a:off x="6143102" y="1330775"/>
              <a:ext cx="325604" cy="530635"/>
            </a:xfrm>
            <a:custGeom>
              <a:avLst/>
              <a:gdLst/>
              <a:ahLst/>
              <a:cxnLst/>
              <a:rect l="l" t="t" r="r" b="b"/>
              <a:pathLst>
                <a:path w="1118" h="1822" extrusionOk="0">
                  <a:moveTo>
                    <a:pt x="1114" y="860"/>
                  </a:moveTo>
                  <a:cubicBezTo>
                    <a:pt x="665" y="561"/>
                    <a:pt x="559" y="0"/>
                    <a:pt x="559" y="0"/>
                  </a:cubicBezTo>
                  <a:cubicBezTo>
                    <a:pt x="559" y="0"/>
                    <a:pt x="452" y="561"/>
                    <a:pt x="3" y="860"/>
                  </a:cubicBezTo>
                  <a:cubicBezTo>
                    <a:pt x="-16" y="971"/>
                    <a:pt x="40" y="1642"/>
                    <a:pt x="289" y="1822"/>
                  </a:cubicBezTo>
                  <a:lnTo>
                    <a:pt x="559" y="1822"/>
                  </a:lnTo>
                  <a:lnTo>
                    <a:pt x="829" y="1822"/>
                  </a:lnTo>
                  <a:cubicBezTo>
                    <a:pt x="1078" y="1642"/>
                    <a:pt x="1135" y="971"/>
                    <a:pt x="1114" y="860"/>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Google Shape;1683;p46">
              <a:extLst>
                <a:ext uri="{FF2B5EF4-FFF2-40B4-BE49-F238E27FC236}">
                  <a16:creationId xmlns:a16="http://schemas.microsoft.com/office/drawing/2014/main" id="{6F91CF2A-8219-CCD1-40A3-B209748D3DB5}"/>
                </a:ext>
              </a:extLst>
            </p:cNvPr>
            <p:cNvSpPr/>
            <p:nvPr/>
          </p:nvSpPr>
          <p:spPr>
            <a:xfrm>
              <a:off x="6261927" y="1330775"/>
              <a:ext cx="87954" cy="401034"/>
            </a:xfrm>
            <a:custGeom>
              <a:avLst/>
              <a:gdLst/>
              <a:ahLst/>
              <a:cxnLst/>
              <a:rect l="l" t="t" r="r" b="b"/>
              <a:pathLst>
                <a:path w="302" h="1377" extrusionOk="0">
                  <a:moveTo>
                    <a:pt x="193" y="1081"/>
                  </a:moveTo>
                  <a:lnTo>
                    <a:pt x="193" y="151"/>
                  </a:lnTo>
                  <a:cubicBezTo>
                    <a:pt x="162" y="60"/>
                    <a:pt x="151" y="0"/>
                    <a:pt x="151" y="0"/>
                  </a:cubicBezTo>
                  <a:cubicBezTo>
                    <a:pt x="151" y="0"/>
                    <a:pt x="140" y="60"/>
                    <a:pt x="108" y="151"/>
                  </a:cubicBezTo>
                  <a:lnTo>
                    <a:pt x="108" y="1081"/>
                  </a:lnTo>
                  <a:cubicBezTo>
                    <a:pt x="46" y="1099"/>
                    <a:pt x="0" y="1157"/>
                    <a:pt x="0" y="1226"/>
                  </a:cubicBezTo>
                  <a:cubicBezTo>
                    <a:pt x="0" y="1309"/>
                    <a:pt x="68" y="1377"/>
                    <a:pt x="151" y="1377"/>
                  </a:cubicBezTo>
                  <a:cubicBezTo>
                    <a:pt x="234" y="1377"/>
                    <a:pt x="302" y="1309"/>
                    <a:pt x="302" y="1226"/>
                  </a:cubicBezTo>
                  <a:cubicBezTo>
                    <a:pt x="302" y="1157"/>
                    <a:pt x="256" y="1099"/>
                    <a:pt x="193" y="1081"/>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 name="TextBox 1">
            <a:extLst>
              <a:ext uri="{FF2B5EF4-FFF2-40B4-BE49-F238E27FC236}">
                <a16:creationId xmlns:a16="http://schemas.microsoft.com/office/drawing/2014/main" id="{C9474538-B0F9-BDFC-3093-2F292AF5D5CD}"/>
              </a:ext>
            </a:extLst>
          </p:cNvPr>
          <p:cNvSpPr txBox="1"/>
          <p:nvPr/>
        </p:nvSpPr>
        <p:spPr>
          <a:xfrm>
            <a:off x="3806283" y="364274"/>
            <a:ext cx="2180405" cy="338554"/>
          </a:xfrm>
          <a:prstGeom prst="rect">
            <a:avLst/>
          </a:prstGeom>
          <a:noFill/>
        </p:spPr>
        <p:txBody>
          <a:bodyPr wrap="none" rtlCol="0">
            <a:spAutoFit/>
          </a:bodyPr>
          <a:lstStyle/>
          <a:p>
            <a:r>
              <a:rPr lang="en-IN" sz="1600" b="1" dirty="0"/>
              <a:t>System Architecture</a:t>
            </a:r>
          </a:p>
        </p:txBody>
      </p:sp>
      <p:pic>
        <p:nvPicPr>
          <p:cNvPr id="5" name="Picture 4">
            <a:extLst>
              <a:ext uri="{FF2B5EF4-FFF2-40B4-BE49-F238E27FC236}">
                <a16:creationId xmlns:a16="http://schemas.microsoft.com/office/drawing/2014/main" id="{39A779C2-7933-B241-7228-FFB616F01D9C}"/>
              </a:ext>
            </a:extLst>
          </p:cNvPr>
          <p:cNvPicPr>
            <a:picLocks noChangeAspect="1"/>
          </p:cNvPicPr>
          <p:nvPr/>
        </p:nvPicPr>
        <p:blipFill>
          <a:blip r:embed="rId3"/>
          <a:stretch>
            <a:fillRect/>
          </a:stretch>
        </p:blipFill>
        <p:spPr>
          <a:xfrm>
            <a:off x="2432414" y="929036"/>
            <a:ext cx="4928142" cy="3285428"/>
          </a:xfrm>
          <a:prstGeom prst="rect">
            <a:avLst/>
          </a:prstGeom>
        </p:spPr>
      </p:pic>
    </p:spTree>
    <p:extLst>
      <p:ext uri="{BB962C8B-B14F-4D97-AF65-F5344CB8AC3E}">
        <p14:creationId xmlns:p14="http://schemas.microsoft.com/office/powerpoint/2010/main" val="482522641"/>
      </p:ext>
    </p:extLst>
  </p:cSld>
  <p:clrMapOvr>
    <a:masterClrMapping/>
  </p:clrMapOvr>
  <mc:AlternateContent xmlns:mc="http://schemas.openxmlformats.org/markup-compatibility/2006" xmlns:p14="http://schemas.microsoft.com/office/powerpoint/2010/main">
    <mc:Choice Requires="p14">
      <p:transition spd="slow" p14:dur="2000" advTm="90870"/>
    </mc:Choice>
    <mc:Fallback xmlns="">
      <p:transition spd="slow" advTm="9087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1">
          <a:extLst>
            <a:ext uri="{FF2B5EF4-FFF2-40B4-BE49-F238E27FC236}">
              <a16:creationId xmlns:a16="http://schemas.microsoft.com/office/drawing/2014/main" id="{A5BAC5B7-821D-2BC7-EE06-8029234CF51F}"/>
            </a:ext>
          </a:extLst>
        </p:cNvPr>
        <p:cNvGrpSpPr/>
        <p:nvPr/>
      </p:nvGrpSpPr>
      <p:grpSpPr>
        <a:xfrm>
          <a:off x="0" y="0"/>
          <a:ext cx="0" cy="0"/>
          <a:chOff x="0" y="0"/>
          <a:chExt cx="0" cy="0"/>
        </a:xfrm>
      </p:grpSpPr>
      <p:grpSp>
        <p:nvGrpSpPr>
          <p:cNvPr id="19" name="Google Shape;1679;p46">
            <a:extLst>
              <a:ext uri="{FF2B5EF4-FFF2-40B4-BE49-F238E27FC236}">
                <a16:creationId xmlns:a16="http://schemas.microsoft.com/office/drawing/2014/main" id="{80D8831A-8FF3-8499-971B-7275D10F3107}"/>
              </a:ext>
            </a:extLst>
          </p:cNvPr>
          <p:cNvGrpSpPr/>
          <p:nvPr/>
        </p:nvGrpSpPr>
        <p:grpSpPr>
          <a:xfrm>
            <a:off x="8123753" y="756299"/>
            <a:ext cx="608130" cy="1540992"/>
            <a:chOff x="6143102" y="1330775"/>
            <a:chExt cx="325604" cy="825075"/>
          </a:xfrm>
        </p:grpSpPr>
        <p:sp>
          <p:nvSpPr>
            <p:cNvPr id="20" name="Google Shape;1680;p46">
              <a:extLst>
                <a:ext uri="{FF2B5EF4-FFF2-40B4-BE49-F238E27FC236}">
                  <a16:creationId xmlns:a16="http://schemas.microsoft.com/office/drawing/2014/main" id="{8B5ACDBB-6877-00B0-3517-0F145336FA0D}"/>
                </a:ext>
              </a:extLst>
            </p:cNvPr>
            <p:cNvSpPr/>
            <p:nvPr/>
          </p:nvSpPr>
          <p:spPr>
            <a:xfrm>
              <a:off x="6211252" y="1911210"/>
              <a:ext cx="189013" cy="244640"/>
            </a:xfrm>
            <a:custGeom>
              <a:avLst/>
              <a:gdLst/>
              <a:ahLst/>
              <a:cxnLst/>
              <a:rect l="l" t="t" r="r" b="b"/>
              <a:pathLst>
                <a:path w="649" h="840" extrusionOk="0">
                  <a:moveTo>
                    <a:pt x="0" y="840"/>
                  </a:moveTo>
                  <a:lnTo>
                    <a:pt x="649" y="840"/>
                  </a:lnTo>
                  <a:lnTo>
                    <a:pt x="649" y="0"/>
                  </a:lnTo>
                  <a:lnTo>
                    <a:pt x="0" y="0"/>
                  </a:lnTo>
                  <a:lnTo>
                    <a:pt x="0" y="84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Google Shape;1681;p46">
              <a:extLst>
                <a:ext uri="{FF2B5EF4-FFF2-40B4-BE49-F238E27FC236}">
                  <a16:creationId xmlns:a16="http://schemas.microsoft.com/office/drawing/2014/main" id="{2E31EA57-0859-EDF7-3917-46412A053F9E}"/>
                </a:ext>
              </a:extLst>
            </p:cNvPr>
            <p:cNvSpPr/>
            <p:nvPr/>
          </p:nvSpPr>
          <p:spPr>
            <a:xfrm>
              <a:off x="6183293" y="1861409"/>
              <a:ext cx="244931" cy="49802"/>
            </a:xfrm>
            <a:custGeom>
              <a:avLst/>
              <a:gdLst/>
              <a:ahLst/>
              <a:cxnLst/>
              <a:rect l="l" t="t" r="r" b="b"/>
              <a:pathLst>
                <a:path w="841" h="171" extrusionOk="0">
                  <a:moveTo>
                    <a:pt x="841" y="0"/>
                  </a:moveTo>
                  <a:lnTo>
                    <a:pt x="0" y="0"/>
                  </a:lnTo>
                  <a:lnTo>
                    <a:pt x="0" y="171"/>
                  </a:lnTo>
                  <a:lnTo>
                    <a:pt x="841" y="171"/>
                  </a:lnTo>
                  <a:lnTo>
                    <a:pt x="841" y="0"/>
                  </a:lnTo>
                  <a:close/>
                </a:path>
              </a:pathLst>
            </a:custGeom>
            <a:solidFill>
              <a:schemeClr val="accent1"/>
            </a:solidFill>
            <a:ln>
              <a:noFill/>
            </a:ln>
          </p:spPr>
          <p:txBody>
            <a:bodyPr spcFirstLastPara="1" wrap="square" lIns="90000" tIns="16550" rIns="90000" bIns="1655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1682;p46">
              <a:extLst>
                <a:ext uri="{FF2B5EF4-FFF2-40B4-BE49-F238E27FC236}">
                  <a16:creationId xmlns:a16="http://schemas.microsoft.com/office/drawing/2014/main" id="{F10C2D58-8FD3-3CC5-5357-583A5CAC39A9}"/>
                </a:ext>
              </a:extLst>
            </p:cNvPr>
            <p:cNvSpPr/>
            <p:nvPr/>
          </p:nvSpPr>
          <p:spPr>
            <a:xfrm>
              <a:off x="6143102" y="1330775"/>
              <a:ext cx="325604" cy="530635"/>
            </a:xfrm>
            <a:custGeom>
              <a:avLst/>
              <a:gdLst/>
              <a:ahLst/>
              <a:cxnLst/>
              <a:rect l="l" t="t" r="r" b="b"/>
              <a:pathLst>
                <a:path w="1118" h="1822" extrusionOk="0">
                  <a:moveTo>
                    <a:pt x="1114" y="860"/>
                  </a:moveTo>
                  <a:cubicBezTo>
                    <a:pt x="665" y="561"/>
                    <a:pt x="559" y="0"/>
                    <a:pt x="559" y="0"/>
                  </a:cubicBezTo>
                  <a:cubicBezTo>
                    <a:pt x="559" y="0"/>
                    <a:pt x="452" y="561"/>
                    <a:pt x="3" y="860"/>
                  </a:cubicBezTo>
                  <a:cubicBezTo>
                    <a:pt x="-16" y="971"/>
                    <a:pt x="40" y="1642"/>
                    <a:pt x="289" y="1822"/>
                  </a:cubicBezTo>
                  <a:lnTo>
                    <a:pt x="559" y="1822"/>
                  </a:lnTo>
                  <a:lnTo>
                    <a:pt x="829" y="1822"/>
                  </a:lnTo>
                  <a:cubicBezTo>
                    <a:pt x="1078" y="1642"/>
                    <a:pt x="1135" y="971"/>
                    <a:pt x="1114" y="860"/>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Google Shape;1683;p46">
              <a:extLst>
                <a:ext uri="{FF2B5EF4-FFF2-40B4-BE49-F238E27FC236}">
                  <a16:creationId xmlns:a16="http://schemas.microsoft.com/office/drawing/2014/main" id="{B59DCC24-9BA7-0F28-4259-DA7DA820D3F1}"/>
                </a:ext>
              </a:extLst>
            </p:cNvPr>
            <p:cNvSpPr/>
            <p:nvPr/>
          </p:nvSpPr>
          <p:spPr>
            <a:xfrm>
              <a:off x="6261927" y="1330775"/>
              <a:ext cx="87954" cy="401034"/>
            </a:xfrm>
            <a:custGeom>
              <a:avLst/>
              <a:gdLst/>
              <a:ahLst/>
              <a:cxnLst/>
              <a:rect l="l" t="t" r="r" b="b"/>
              <a:pathLst>
                <a:path w="302" h="1377" extrusionOk="0">
                  <a:moveTo>
                    <a:pt x="193" y="1081"/>
                  </a:moveTo>
                  <a:lnTo>
                    <a:pt x="193" y="151"/>
                  </a:lnTo>
                  <a:cubicBezTo>
                    <a:pt x="162" y="60"/>
                    <a:pt x="151" y="0"/>
                    <a:pt x="151" y="0"/>
                  </a:cubicBezTo>
                  <a:cubicBezTo>
                    <a:pt x="151" y="0"/>
                    <a:pt x="140" y="60"/>
                    <a:pt x="108" y="151"/>
                  </a:cubicBezTo>
                  <a:lnTo>
                    <a:pt x="108" y="1081"/>
                  </a:lnTo>
                  <a:cubicBezTo>
                    <a:pt x="46" y="1099"/>
                    <a:pt x="0" y="1157"/>
                    <a:pt x="0" y="1226"/>
                  </a:cubicBezTo>
                  <a:cubicBezTo>
                    <a:pt x="0" y="1309"/>
                    <a:pt x="68" y="1377"/>
                    <a:pt x="151" y="1377"/>
                  </a:cubicBezTo>
                  <a:cubicBezTo>
                    <a:pt x="234" y="1377"/>
                    <a:pt x="302" y="1309"/>
                    <a:pt x="302" y="1226"/>
                  </a:cubicBezTo>
                  <a:cubicBezTo>
                    <a:pt x="302" y="1157"/>
                    <a:pt x="256" y="1099"/>
                    <a:pt x="193" y="1081"/>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 name="TextBox 1">
            <a:extLst>
              <a:ext uri="{FF2B5EF4-FFF2-40B4-BE49-F238E27FC236}">
                <a16:creationId xmlns:a16="http://schemas.microsoft.com/office/drawing/2014/main" id="{AB77F49D-32A0-34EB-948C-602AA8395345}"/>
              </a:ext>
            </a:extLst>
          </p:cNvPr>
          <p:cNvSpPr txBox="1"/>
          <p:nvPr/>
        </p:nvSpPr>
        <p:spPr>
          <a:xfrm>
            <a:off x="3806283" y="364274"/>
            <a:ext cx="1109599" cy="338554"/>
          </a:xfrm>
          <a:prstGeom prst="rect">
            <a:avLst/>
          </a:prstGeom>
          <a:noFill/>
        </p:spPr>
        <p:txBody>
          <a:bodyPr wrap="none" rtlCol="0">
            <a:spAutoFit/>
          </a:bodyPr>
          <a:lstStyle/>
          <a:p>
            <a:r>
              <a:rPr lang="en-IN" sz="1600" b="1" dirty="0"/>
              <a:t>Workflow</a:t>
            </a:r>
          </a:p>
        </p:txBody>
      </p:sp>
      <p:pic>
        <p:nvPicPr>
          <p:cNvPr id="4" name="Picture 3">
            <a:extLst>
              <a:ext uri="{FF2B5EF4-FFF2-40B4-BE49-F238E27FC236}">
                <a16:creationId xmlns:a16="http://schemas.microsoft.com/office/drawing/2014/main" id="{3223694A-75AE-B3BE-F571-A3ED43D196E4}"/>
              </a:ext>
            </a:extLst>
          </p:cNvPr>
          <p:cNvPicPr>
            <a:picLocks noChangeAspect="1"/>
          </p:cNvPicPr>
          <p:nvPr/>
        </p:nvPicPr>
        <p:blipFill>
          <a:blip r:embed="rId3"/>
          <a:stretch>
            <a:fillRect/>
          </a:stretch>
        </p:blipFill>
        <p:spPr>
          <a:xfrm>
            <a:off x="2022089" y="943672"/>
            <a:ext cx="5351888" cy="3567925"/>
          </a:xfrm>
          <a:prstGeom prst="rect">
            <a:avLst/>
          </a:prstGeom>
        </p:spPr>
      </p:pic>
    </p:spTree>
    <p:extLst>
      <p:ext uri="{BB962C8B-B14F-4D97-AF65-F5344CB8AC3E}">
        <p14:creationId xmlns:p14="http://schemas.microsoft.com/office/powerpoint/2010/main" val="1078895685"/>
      </p:ext>
    </p:extLst>
  </p:cSld>
  <p:clrMapOvr>
    <a:masterClrMapping/>
  </p:clrMapOvr>
  <mc:AlternateContent xmlns:mc="http://schemas.openxmlformats.org/markup-compatibility/2006" xmlns:p14="http://schemas.microsoft.com/office/powerpoint/2010/main">
    <mc:Choice Requires="p14">
      <p:transition spd="slow" p14:dur="2000" advTm="90870"/>
    </mc:Choice>
    <mc:Fallback xmlns="">
      <p:transition spd="slow" advTm="9087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1">
          <a:extLst>
            <a:ext uri="{FF2B5EF4-FFF2-40B4-BE49-F238E27FC236}">
              <a16:creationId xmlns:a16="http://schemas.microsoft.com/office/drawing/2014/main" id="{80587E99-3FAC-A207-0494-6F83316935CB}"/>
            </a:ext>
          </a:extLst>
        </p:cNvPr>
        <p:cNvGrpSpPr/>
        <p:nvPr/>
      </p:nvGrpSpPr>
      <p:grpSpPr>
        <a:xfrm>
          <a:off x="0" y="0"/>
          <a:ext cx="0" cy="0"/>
          <a:chOff x="0" y="0"/>
          <a:chExt cx="0" cy="0"/>
        </a:xfrm>
      </p:grpSpPr>
      <p:grpSp>
        <p:nvGrpSpPr>
          <p:cNvPr id="19" name="Google Shape;1679;p46">
            <a:extLst>
              <a:ext uri="{FF2B5EF4-FFF2-40B4-BE49-F238E27FC236}">
                <a16:creationId xmlns:a16="http://schemas.microsoft.com/office/drawing/2014/main" id="{C33AB9FE-22E1-CECD-7371-45DF2D0ADC44}"/>
              </a:ext>
            </a:extLst>
          </p:cNvPr>
          <p:cNvGrpSpPr/>
          <p:nvPr/>
        </p:nvGrpSpPr>
        <p:grpSpPr>
          <a:xfrm>
            <a:off x="8123753" y="756299"/>
            <a:ext cx="608130" cy="1540992"/>
            <a:chOff x="6143102" y="1330775"/>
            <a:chExt cx="325604" cy="825075"/>
          </a:xfrm>
        </p:grpSpPr>
        <p:sp>
          <p:nvSpPr>
            <p:cNvPr id="20" name="Google Shape;1680;p46">
              <a:extLst>
                <a:ext uri="{FF2B5EF4-FFF2-40B4-BE49-F238E27FC236}">
                  <a16:creationId xmlns:a16="http://schemas.microsoft.com/office/drawing/2014/main" id="{44F0155C-33AE-A5E1-3F68-0B2FF13D8AFD}"/>
                </a:ext>
              </a:extLst>
            </p:cNvPr>
            <p:cNvSpPr/>
            <p:nvPr/>
          </p:nvSpPr>
          <p:spPr>
            <a:xfrm>
              <a:off x="6211252" y="1911210"/>
              <a:ext cx="189013" cy="244640"/>
            </a:xfrm>
            <a:custGeom>
              <a:avLst/>
              <a:gdLst/>
              <a:ahLst/>
              <a:cxnLst/>
              <a:rect l="l" t="t" r="r" b="b"/>
              <a:pathLst>
                <a:path w="649" h="840" extrusionOk="0">
                  <a:moveTo>
                    <a:pt x="0" y="840"/>
                  </a:moveTo>
                  <a:lnTo>
                    <a:pt x="649" y="840"/>
                  </a:lnTo>
                  <a:lnTo>
                    <a:pt x="649" y="0"/>
                  </a:lnTo>
                  <a:lnTo>
                    <a:pt x="0" y="0"/>
                  </a:lnTo>
                  <a:lnTo>
                    <a:pt x="0" y="84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Google Shape;1681;p46">
              <a:extLst>
                <a:ext uri="{FF2B5EF4-FFF2-40B4-BE49-F238E27FC236}">
                  <a16:creationId xmlns:a16="http://schemas.microsoft.com/office/drawing/2014/main" id="{D9273518-2A1D-9C31-E904-B49AC4A381D9}"/>
                </a:ext>
              </a:extLst>
            </p:cNvPr>
            <p:cNvSpPr/>
            <p:nvPr/>
          </p:nvSpPr>
          <p:spPr>
            <a:xfrm>
              <a:off x="6183293" y="1861409"/>
              <a:ext cx="244931" cy="49802"/>
            </a:xfrm>
            <a:custGeom>
              <a:avLst/>
              <a:gdLst/>
              <a:ahLst/>
              <a:cxnLst/>
              <a:rect l="l" t="t" r="r" b="b"/>
              <a:pathLst>
                <a:path w="841" h="171" extrusionOk="0">
                  <a:moveTo>
                    <a:pt x="841" y="0"/>
                  </a:moveTo>
                  <a:lnTo>
                    <a:pt x="0" y="0"/>
                  </a:lnTo>
                  <a:lnTo>
                    <a:pt x="0" y="171"/>
                  </a:lnTo>
                  <a:lnTo>
                    <a:pt x="841" y="171"/>
                  </a:lnTo>
                  <a:lnTo>
                    <a:pt x="841" y="0"/>
                  </a:lnTo>
                  <a:close/>
                </a:path>
              </a:pathLst>
            </a:custGeom>
            <a:solidFill>
              <a:schemeClr val="accent1"/>
            </a:solidFill>
            <a:ln>
              <a:noFill/>
            </a:ln>
          </p:spPr>
          <p:txBody>
            <a:bodyPr spcFirstLastPara="1" wrap="square" lIns="90000" tIns="16550" rIns="90000" bIns="1655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1682;p46">
              <a:extLst>
                <a:ext uri="{FF2B5EF4-FFF2-40B4-BE49-F238E27FC236}">
                  <a16:creationId xmlns:a16="http://schemas.microsoft.com/office/drawing/2014/main" id="{FC22EEDD-A29D-9682-C89E-BAC6F679B1CC}"/>
                </a:ext>
              </a:extLst>
            </p:cNvPr>
            <p:cNvSpPr/>
            <p:nvPr/>
          </p:nvSpPr>
          <p:spPr>
            <a:xfrm>
              <a:off x="6143102" y="1330775"/>
              <a:ext cx="325604" cy="530635"/>
            </a:xfrm>
            <a:custGeom>
              <a:avLst/>
              <a:gdLst/>
              <a:ahLst/>
              <a:cxnLst/>
              <a:rect l="l" t="t" r="r" b="b"/>
              <a:pathLst>
                <a:path w="1118" h="1822" extrusionOk="0">
                  <a:moveTo>
                    <a:pt x="1114" y="860"/>
                  </a:moveTo>
                  <a:cubicBezTo>
                    <a:pt x="665" y="561"/>
                    <a:pt x="559" y="0"/>
                    <a:pt x="559" y="0"/>
                  </a:cubicBezTo>
                  <a:cubicBezTo>
                    <a:pt x="559" y="0"/>
                    <a:pt x="452" y="561"/>
                    <a:pt x="3" y="860"/>
                  </a:cubicBezTo>
                  <a:cubicBezTo>
                    <a:pt x="-16" y="971"/>
                    <a:pt x="40" y="1642"/>
                    <a:pt x="289" y="1822"/>
                  </a:cubicBezTo>
                  <a:lnTo>
                    <a:pt x="559" y="1822"/>
                  </a:lnTo>
                  <a:lnTo>
                    <a:pt x="829" y="1822"/>
                  </a:lnTo>
                  <a:cubicBezTo>
                    <a:pt x="1078" y="1642"/>
                    <a:pt x="1135" y="971"/>
                    <a:pt x="1114" y="860"/>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Google Shape;1683;p46">
              <a:extLst>
                <a:ext uri="{FF2B5EF4-FFF2-40B4-BE49-F238E27FC236}">
                  <a16:creationId xmlns:a16="http://schemas.microsoft.com/office/drawing/2014/main" id="{D817BCB0-98E5-7CBB-B676-2758A82DCA93}"/>
                </a:ext>
              </a:extLst>
            </p:cNvPr>
            <p:cNvSpPr/>
            <p:nvPr/>
          </p:nvSpPr>
          <p:spPr>
            <a:xfrm>
              <a:off x="6261927" y="1330775"/>
              <a:ext cx="87954" cy="401034"/>
            </a:xfrm>
            <a:custGeom>
              <a:avLst/>
              <a:gdLst/>
              <a:ahLst/>
              <a:cxnLst/>
              <a:rect l="l" t="t" r="r" b="b"/>
              <a:pathLst>
                <a:path w="302" h="1377" extrusionOk="0">
                  <a:moveTo>
                    <a:pt x="193" y="1081"/>
                  </a:moveTo>
                  <a:lnTo>
                    <a:pt x="193" y="151"/>
                  </a:lnTo>
                  <a:cubicBezTo>
                    <a:pt x="162" y="60"/>
                    <a:pt x="151" y="0"/>
                    <a:pt x="151" y="0"/>
                  </a:cubicBezTo>
                  <a:cubicBezTo>
                    <a:pt x="151" y="0"/>
                    <a:pt x="140" y="60"/>
                    <a:pt x="108" y="151"/>
                  </a:cubicBezTo>
                  <a:lnTo>
                    <a:pt x="108" y="1081"/>
                  </a:lnTo>
                  <a:cubicBezTo>
                    <a:pt x="46" y="1099"/>
                    <a:pt x="0" y="1157"/>
                    <a:pt x="0" y="1226"/>
                  </a:cubicBezTo>
                  <a:cubicBezTo>
                    <a:pt x="0" y="1309"/>
                    <a:pt x="68" y="1377"/>
                    <a:pt x="151" y="1377"/>
                  </a:cubicBezTo>
                  <a:cubicBezTo>
                    <a:pt x="234" y="1377"/>
                    <a:pt x="302" y="1309"/>
                    <a:pt x="302" y="1226"/>
                  </a:cubicBezTo>
                  <a:cubicBezTo>
                    <a:pt x="302" y="1157"/>
                    <a:pt x="256" y="1099"/>
                    <a:pt x="193" y="1081"/>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 name="TextBox 1">
            <a:extLst>
              <a:ext uri="{FF2B5EF4-FFF2-40B4-BE49-F238E27FC236}">
                <a16:creationId xmlns:a16="http://schemas.microsoft.com/office/drawing/2014/main" id="{07FB7EF9-865C-F90E-F0DC-6BFE876E47A1}"/>
              </a:ext>
            </a:extLst>
          </p:cNvPr>
          <p:cNvSpPr txBox="1"/>
          <p:nvPr/>
        </p:nvSpPr>
        <p:spPr>
          <a:xfrm>
            <a:off x="3806283" y="364274"/>
            <a:ext cx="1460656" cy="338554"/>
          </a:xfrm>
          <a:prstGeom prst="rect">
            <a:avLst/>
          </a:prstGeom>
          <a:noFill/>
        </p:spPr>
        <p:txBody>
          <a:bodyPr wrap="none" rtlCol="0">
            <a:spAutoFit/>
          </a:bodyPr>
          <a:lstStyle/>
          <a:p>
            <a:r>
              <a:rPr lang="en-IN" sz="1600" b="1" dirty="0"/>
              <a:t>Methodology</a:t>
            </a:r>
          </a:p>
        </p:txBody>
      </p:sp>
      <p:pic>
        <p:nvPicPr>
          <p:cNvPr id="4" name="Picture 3">
            <a:extLst>
              <a:ext uri="{FF2B5EF4-FFF2-40B4-BE49-F238E27FC236}">
                <a16:creationId xmlns:a16="http://schemas.microsoft.com/office/drawing/2014/main" id="{466C03A7-F587-D5EF-3BD5-0F47656CC907}"/>
              </a:ext>
            </a:extLst>
          </p:cNvPr>
          <p:cNvPicPr>
            <a:picLocks noChangeAspect="1"/>
          </p:cNvPicPr>
          <p:nvPr/>
        </p:nvPicPr>
        <p:blipFill>
          <a:blip r:embed="rId3"/>
          <a:stretch>
            <a:fillRect/>
          </a:stretch>
        </p:blipFill>
        <p:spPr>
          <a:xfrm>
            <a:off x="2014652" y="908978"/>
            <a:ext cx="5292415" cy="3528277"/>
          </a:xfrm>
          <a:prstGeom prst="rect">
            <a:avLst/>
          </a:prstGeom>
        </p:spPr>
      </p:pic>
    </p:spTree>
    <p:extLst>
      <p:ext uri="{BB962C8B-B14F-4D97-AF65-F5344CB8AC3E}">
        <p14:creationId xmlns:p14="http://schemas.microsoft.com/office/powerpoint/2010/main" val="2811542654"/>
      </p:ext>
    </p:extLst>
  </p:cSld>
  <p:clrMapOvr>
    <a:masterClrMapping/>
  </p:clrMapOvr>
  <mc:AlternateContent xmlns:mc="http://schemas.openxmlformats.org/markup-compatibility/2006" xmlns:p14="http://schemas.microsoft.com/office/powerpoint/2010/main">
    <mc:Choice Requires="p14">
      <p:transition spd="slow" p14:dur="2000" advTm="90870"/>
    </mc:Choice>
    <mc:Fallback xmlns="">
      <p:transition spd="slow" advTm="9087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878" y="123310"/>
            <a:ext cx="7704000" cy="572700"/>
          </a:xfrm>
        </p:spPr>
        <p:txBody>
          <a:bodyPr/>
          <a:lstStyle/>
          <a:p>
            <a:pPr algn="ctr"/>
            <a:r>
              <a:rPr lang="en-IN" sz="2400" dirty="0">
                <a:latin typeface="Times New Roman" panose="02020603050405020304" pitchFamily="18" charset="0"/>
                <a:cs typeface="Times New Roman" panose="02020603050405020304" pitchFamily="18" charset="0"/>
              </a:rPr>
              <a:t>AI Approach</a:t>
            </a:r>
            <a:endParaRPr lang="en-US" sz="2400" dirty="0">
              <a:latin typeface="Times New Roman" panose="02020603050405020304" pitchFamily="18" charset="0"/>
              <a:cs typeface="Times New Roman" pitchFamily="18" charset="0"/>
            </a:endParaRPr>
          </a:p>
        </p:txBody>
      </p:sp>
      <p:sp>
        <p:nvSpPr>
          <p:cNvPr id="4" name="Rectangle 2">
            <a:extLst>
              <a:ext uri="{FF2B5EF4-FFF2-40B4-BE49-F238E27FC236}">
                <a16:creationId xmlns:a16="http://schemas.microsoft.com/office/drawing/2014/main" id="{B7AF7A8B-75DD-735F-9CC3-3837BF87D7D1}"/>
              </a:ext>
            </a:extLst>
          </p:cNvPr>
          <p:cNvSpPr>
            <a:spLocks noChangeArrowheads="1"/>
          </p:cNvSpPr>
          <p:nvPr/>
        </p:nvSpPr>
        <p:spPr bwMode="auto">
          <a:xfrm>
            <a:off x="892122" y="680306"/>
            <a:ext cx="6970219"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Keyword-based detection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Identifies important words like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sad, anxious, headache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quickly classify user emotions </a:t>
            </a: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Intent matching using JSON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Matches user input with predefined patterns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Returns appropriate responses and suggestions </a:t>
            </a: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Sentiment analysis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TextBlob</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Analyzes text polarity (positive, negative, neutral)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detect overall mood of the user </a:t>
            </a: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approach for better accuracy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Combines keyword detection + intent matching + sentiment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understanding of different sentence structures </a:t>
            </a: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Fallback mechanism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general response if no exact match is found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chatbot always replies </a:t>
            </a: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Domain-specific detection (health &amp; student stress)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cases like headache, exam stress, quitting studies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relevant suggestions based on 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211" y="144475"/>
            <a:ext cx="7704000" cy="572700"/>
          </a:xfrm>
        </p:spPr>
        <p:txBody>
          <a:bodyPr/>
          <a:lstStyle/>
          <a:p>
            <a:pPr algn="ctr"/>
            <a:r>
              <a:rPr lang="en-IN" sz="2400" dirty="0"/>
              <a:t>Features</a:t>
            </a:r>
            <a:endParaRPr lang="en-US" sz="2200" dirty="0">
              <a:latin typeface="Times New Roman" pitchFamily="18" charset="0"/>
              <a:cs typeface="Times New Roman" pitchFamily="18" charset="0"/>
            </a:endParaRPr>
          </a:p>
        </p:txBody>
      </p:sp>
      <p:sp>
        <p:nvSpPr>
          <p:cNvPr id="6" name="Rectangle 3">
            <a:extLst>
              <a:ext uri="{FF2B5EF4-FFF2-40B4-BE49-F238E27FC236}">
                <a16:creationId xmlns:a16="http://schemas.microsoft.com/office/drawing/2014/main" id="{BE792ECA-B857-D3A0-8F9D-1FCD45DA67BD}"/>
              </a:ext>
            </a:extLst>
          </p:cNvPr>
          <p:cNvSpPr>
            <a:spLocks noChangeArrowheads="1"/>
          </p:cNvSpPr>
          <p:nvPr/>
        </p:nvSpPr>
        <p:spPr bwMode="auto">
          <a:xfrm>
            <a:off x="659568" y="807359"/>
            <a:ext cx="6115985" cy="39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Chatbot Interaction:</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users to communicate easily and share their feelings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Emotion Detection:</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Identifies user emotions like happy, sad, anxiety, etc.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Suggestions: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helpful tips such as relaxation and coping strategies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Critical Alerts (Helpline):</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Guides users to seek immediate help in serious situations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Advice:</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Gives basic suggestions for common health issues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Stress Support: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Assists students dealing with academic pressure and stress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43" y="168636"/>
            <a:ext cx="7704000" cy="572700"/>
          </a:xfrm>
        </p:spPr>
        <p:txBody>
          <a:bodyPr/>
          <a:lstStyle/>
          <a:p>
            <a:pPr algn="ctr"/>
            <a:r>
              <a:rPr lang="en-IN" sz="2400" dirty="0">
                <a:latin typeface="Times New Roman" panose="02020603050405020304" pitchFamily="18" charset="0"/>
                <a:cs typeface="Times New Roman" panose="02020603050405020304" pitchFamily="18" charset="0"/>
              </a:rPr>
              <a:t>Constraints</a:t>
            </a:r>
            <a:endParaRPr lang="en-US" sz="2200" dirty="0">
              <a:latin typeface="Times New Roman" panose="02020603050405020304" pitchFamily="18" charset="0"/>
              <a:cs typeface="Times New Roman" pitchFamily="18" charset="0"/>
            </a:endParaRPr>
          </a:p>
        </p:txBody>
      </p:sp>
      <p:sp>
        <p:nvSpPr>
          <p:cNvPr id="5" name="Rectangle 1">
            <a:extLst>
              <a:ext uri="{FF2B5EF4-FFF2-40B4-BE49-F238E27FC236}">
                <a16:creationId xmlns:a16="http://schemas.microsoft.com/office/drawing/2014/main" id="{40FB5A47-C2D3-9424-04F4-9CD9BBAE55AF}"/>
              </a:ext>
            </a:extLst>
          </p:cNvPr>
          <p:cNvSpPr>
            <a:spLocks noChangeArrowheads="1"/>
          </p:cNvSpPr>
          <p:nvPr/>
        </p:nvSpPr>
        <p:spPr bwMode="auto">
          <a:xfrm>
            <a:off x="1244182" y="706480"/>
            <a:ext cx="5014514" cy="3473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Cannot Replace Doctors: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support only, not professional medical advice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Understanding:</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May not fully understand complex or unclear inputs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Ethical Concerns: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Must ensure responsible handling of sensitive mental health issues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Privacy:</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secure handling of user information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F869B-82E5-ADF9-E42F-7CCBF4476B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49011-AF92-EE32-D0DE-9B5B24349D3F}"/>
              </a:ext>
            </a:extLst>
          </p:cNvPr>
          <p:cNvSpPr>
            <a:spLocks noGrp="1"/>
          </p:cNvSpPr>
          <p:nvPr>
            <p:ph type="title"/>
          </p:nvPr>
        </p:nvSpPr>
        <p:spPr>
          <a:xfrm>
            <a:off x="-1306934" y="183628"/>
            <a:ext cx="7704000" cy="572700"/>
          </a:xfrm>
        </p:spPr>
        <p:txBody>
          <a:bodyPr/>
          <a:lstStyle/>
          <a:p>
            <a:pPr algn="ctr"/>
            <a:r>
              <a:rPr lang="en-IN" sz="2400" dirty="0">
                <a:latin typeface="Times New Roman" panose="02020603050405020304" pitchFamily="18" charset="0"/>
                <a:cs typeface="Times New Roman" panose="02020603050405020304" pitchFamily="18" charset="0"/>
              </a:rPr>
              <a:t>Advantages</a:t>
            </a:r>
            <a:endParaRPr lang="en-US" sz="2200" dirty="0">
              <a:latin typeface="Times New Roman" panose="02020603050405020304" pitchFamily="18" charset="0"/>
              <a:cs typeface="Times New Roman" pitchFamily="18" charset="0"/>
            </a:endParaRPr>
          </a:p>
        </p:txBody>
      </p:sp>
      <p:sp>
        <p:nvSpPr>
          <p:cNvPr id="6" name="Rectangle 4">
            <a:extLst>
              <a:ext uri="{FF2B5EF4-FFF2-40B4-BE49-F238E27FC236}">
                <a16:creationId xmlns:a16="http://schemas.microsoft.com/office/drawing/2014/main" id="{361F1975-6667-3F4C-9347-55B530C2B8DF}"/>
              </a:ext>
            </a:extLst>
          </p:cNvPr>
          <p:cNvSpPr>
            <a:spLocks noChangeArrowheads="1"/>
          </p:cNvSpPr>
          <p:nvPr/>
        </p:nvSpPr>
        <p:spPr bwMode="auto">
          <a:xfrm>
            <a:off x="1281664" y="1123902"/>
            <a:ext cx="3122971" cy="26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24/7 Availability:</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support anytime, anywhere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Instant Response:</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Gives quick replies without delay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Accessibility:</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to use for all users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Mental Well-being:</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users manage stress and emotions </a:t>
            </a:r>
          </a:p>
        </p:txBody>
      </p:sp>
    </p:spTree>
    <p:extLst>
      <p:ext uri="{BB962C8B-B14F-4D97-AF65-F5344CB8AC3E}">
        <p14:creationId xmlns:p14="http://schemas.microsoft.com/office/powerpoint/2010/main" val="405074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B871-4DF6-F07D-33F2-501AB89C0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6E5E8-6ED4-7022-4E03-F8279250EE90}"/>
              </a:ext>
            </a:extLst>
          </p:cNvPr>
          <p:cNvSpPr>
            <a:spLocks noGrp="1"/>
          </p:cNvSpPr>
          <p:nvPr>
            <p:ph type="title"/>
          </p:nvPr>
        </p:nvSpPr>
        <p:spPr>
          <a:xfrm>
            <a:off x="-1306934" y="183628"/>
            <a:ext cx="7704000" cy="572700"/>
          </a:xfrm>
        </p:spPr>
        <p:txBody>
          <a:bodyPr/>
          <a:lstStyle/>
          <a:p>
            <a:pPr algn="ctr"/>
            <a:r>
              <a:rPr lang="en-IN" sz="2400" dirty="0">
                <a:latin typeface="Times New Roman" panose="02020603050405020304" pitchFamily="18" charset="0"/>
                <a:cs typeface="Times New Roman" panose="02020603050405020304" pitchFamily="18" charset="0"/>
              </a:rPr>
              <a:t>Output</a:t>
            </a:r>
            <a:endParaRPr lang="en-US" sz="2200" dirty="0">
              <a:latin typeface="Times New Roman" panose="02020603050405020304" pitchFamily="18" charset="0"/>
              <a:cs typeface="Times New Roman" pitchFamily="18" charset="0"/>
            </a:endParaRPr>
          </a:p>
        </p:txBody>
      </p:sp>
      <p:pic>
        <p:nvPicPr>
          <p:cNvPr id="5" name="Picture 4">
            <a:extLst>
              <a:ext uri="{FF2B5EF4-FFF2-40B4-BE49-F238E27FC236}">
                <a16:creationId xmlns:a16="http://schemas.microsoft.com/office/drawing/2014/main" id="{DDE013CA-7105-CF6C-DE17-30CCEF1AD597}"/>
              </a:ext>
            </a:extLst>
          </p:cNvPr>
          <p:cNvPicPr>
            <a:picLocks noChangeAspect="1"/>
          </p:cNvPicPr>
          <p:nvPr/>
        </p:nvPicPr>
        <p:blipFill>
          <a:blip r:embed="rId2"/>
          <a:stretch>
            <a:fillRect/>
          </a:stretch>
        </p:blipFill>
        <p:spPr>
          <a:xfrm>
            <a:off x="631902" y="756327"/>
            <a:ext cx="7860117" cy="4060999"/>
          </a:xfrm>
          <a:prstGeom prst="rect">
            <a:avLst/>
          </a:prstGeom>
        </p:spPr>
      </p:pic>
    </p:spTree>
    <p:extLst>
      <p:ext uri="{BB962C8B-B14F-4D97-AF65-F5344CB8AC3E}">
        <p14:creationId xmlns:p14="http://schemas.microsoft.com/office/powerpoint/2010/main" val="1655152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D6CCE-31F1-925F-9543-269A8C062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7EA9B-DF4E-38AD-B880-D5B4CA6AAC79}"/>
              </a:ext>
            </a:extLst>
          </p:cNvPr>
          <p:cNvSpPr>
            <a:spLocks noGrp="1"/>
          </p:cNvSpPr>
          <p:nvPr>
            <p:ph type="title"/>
          </p:nvPr>
        </p:nvSpPr>
        <p:spPr>
          <a:xfrm>
            <a:off x="3002739" y="131159"/>
            <a:ext cx="7704000" cy="572700"/>
          </a:xfrm>
        </p:spPr>
        <p:txBody>
          <a:bodyPr/>
          <a:lstStyle/>
          <a:p>
            <a:r>
              <a:rPr lang="en-IN" sz="2400" dirty="0">
                <a:latin typeface="Times New Roman" panose="02020603050405020304" pitchFamily="18" charset="0"/>
                <a:cs typeface="Times New Roman" panose="02020603050405020304" pitchFamily="18" charset="0"/>
              </a:rPr>
              <a:t>Future Scope</a:t>
            </a:r>
            <a:endParaRPr lang="en-US" sz="2200" dirty="0">
              <a:latin typeface="Times New Roman" panose="02020603050405020304" pitchFamily="18" charset="0"/>
              <a:cs typeface="Times New Roman" pitchFamily="18" charset="0"/>
            </a:endParaRPr>
          </a:p>
        </p:txBody>
      </p:sp>
      <p:sp>
        <p:nvSpPr>
          <p:cNvPr id="3" name="Rectangle 1">
            <a:extLst>
              <a:ext uri="{FF2B5EF4-FFF2-40B4-BE49-F238E27FC236}">
                <a16:creationId xmlns:a16="http://schemas.microsoft.com/office/drawing/2014/main" id="{69FEEEDE-E5C4-F374-7BB8-F3F2A32D09B5}"/>
              </a:ext>
            </a:extLst>
          </p:cNvPr>
          <p:cNvSpPr>
            <a:spLocks noChangeArrowheads="1"/>
          </p:cNvSpPr>
          <p:nvPr/>
        </p:nvSpPr>
        <p:spPr bwMode="auto">
          <a:xfrm>
            <a:off x="1244182" y="1273804"/>
            <a:ext cx="4926349" cy="26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Application:</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mobile app for better accessibility and user experience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AI Models (BERT):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accuracy using powerful deep learning models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Therapists: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Connect users with professional mental health experts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Voice-Based Interaction:</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voice input for a more natural conversation </a:t>
            </a:r>
          </a:p>
        </p:txBody>
      </p:sp>
    </p:spTree>
    <p:extLst>
      <p:ext uri="{BB962C8B-B14F-4D97-AF65-F5344CB8AC3E}">
        <p14:creationId xmlns:p14="http://schemas.microsoft.com/office/powerpoint/2010/main" val="1321825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0B0A6-97D1-3764-E553-CAC40BE83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CCE392-2785-9877-8E2B-A51944CCC5C1}"/>
              </a:ext>
            </a:extLst>
          </p:cNvPr>
          <p:cNvSpPr>
            <a:spLocks noGrp="1"/>
          </p:cNvSpPr>
          <p:nvPr>
            <p:ph type="title"/>
          </p:nvPr>
        </p:nvSpPr>
        <p:spPr>
          <a:xfrm>
            <a:off x="709243" y="243588"/>
            <a:ext cx="7704000" cy="572700"/>
          </a:xfrm>
        </p:spPr>
        <p:txBody>
          <a:bodyPr/>
          <a:lstStyle/>
          <a:p>
            <a:pPr algn="ctr"/>
            <a:r>
              <a:rPr lang="en-IN" sz="2400" dirty="0">
                <a:latin typeface="Times New Roman" panose="02020603050405020304" pitchFamily="18" charset="0"/>
                <a:cs typeface="Times New Roman" panose="02020603050405020304" pitchFamily="18" charset="0"/>
              </a:rPr>
              <a:t>Conclusion</a:t>
            </a:r>
            <a:endParaRPr lang="en-US" sz="2200" dirty="0">
              <a:latin typeface="Times New Roman" panose="02020603050405020304" pitchFamily="18" charset="0"/>
              <a:cs typeface="Times New Roman" pitchFamily="18" charset="0"/>
            </a:endParaRPr>
          </a:p>
        </p:txBody>
      </p:sp>
      <p:sp>
        <p:nvSpPr>
          <p:cNvPr id="8" name="TextBox 7">
            <a:extLst>
              <a:ext uri="{FF2B5EF4-FFF2-40B4-BE49-F238E27FC236}">
                <a16:creationId xmlns:a16="http://schemas.microsoft.com/office/drawing/2014/main" id="{96E60802-9734-6E1A-8CC9-43F629D1EC94}"/>
              </a:ext>
            </a:extLst>
          </p:cNvPr>
          <p:cNvSpPr txBox="1"/>
          <p:nvPr/>
        </p:nvSpPr>
        <p:spPr>
          <a:xfrm>
            <a:off x="884419" y="1447429"/>
            <a:ext cx="6618157" cy="1992661"/>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The AI-based mental health chatbot helps users express their emotions in a safe and supportive environment. It provides basic mental health support by understanding user feelings and offering helpful suggestions. The system is especially useful for students as well as general users who may be dealing with stress, anxiety, or loneliness. Overall, it is a scalable AI solution that can be further enhanced to provide more advanced and personalized support in the future.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3533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1" name="Google Shape;1471;p45"/>
          <p:cNvSpPr txBox="1">
            <a:spLocks noGrp="1"/>
          </p:cNvSpPr>
          <p:nvPr>
            <p:ph type="ctrTitle"/>
          </p:nvPr>
        </p:nvSpPr>
        <p:spPr>
          <a:xfrm>
            <a:off x="2092325" y="1968500"/>
            <a:ext cx="4698365" cy="107251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6600" dirty="0">
                <a:latin typeface="Candara Light" panose="020E0502030303020204" charset="0"/>
                <a:cs typeface="Candara Light" panose="020E0502030303020204" charset="0"/>
              </a:rPr>
              <a:t>Thank You</a:t>
            </a:r>
          </a:p>
        </p:txBody>
      </p:sp>
      <p:grpSp>
        <p:nvGrpSpPr>
          <p:cNvPr id="1474" name="Google Shape;1474;p45"/>
          <p:cNvGrpSpPr/>
          <p:nvPr/>
        </p:nvGrpSpPr>
        <p:grpSpPr>
          <a:xfrm>
            <a:off x="632523" y="1772304"/>
            <a:ext cx="1639735" cy="2024074"/>
            <a:chOff x="632523" y="1772304"/>
            <a:chExt cx="1639735" cy="2024074"/>
          </a:xfrm>
        </p:grpSpPr>
        <p:sp>
          <p:nvSpPr>
            <p:cNvPr id="1475" name="Google Shape;1475;p45"/>
            <p:cNvSpPr/>
            <p:nvPr/>
          </p:nvSpPr>
          <p:spPr>
            <a:xfrm>
              <a:off x="632523" y="2747907"/>
              <a:ext cx="1048478" cy="1048472"/>
            </a:xfrm>
            <a:custGeom>
              <a:avLst/>
              <a:gdLst/>
              <a:ahLst/>
              <a:cxnLst/>
              <a:rect l="l" t="t" r="r" b="b"/>
              <a:pathLst>
                <a:path w="2337" h="2337" extrusionOk="0">
                  <a:moveTo>
                    <a:pt x="2337" y="1169"/>
                  </a:moveTo>
                  <a:cubicBezTo>
                    <a:pt x="2337" y="523"/>
                    <a:pt x="1814" y="0"/>
                    <a:pt x="1168" y="0"/>
                  </a:cubicBezTo>
                  <a:cubicBezTo>
                    <a:pt x="523" y="0"/>
                    <a:pt x="0" y="523"/>
                    <a:pt x="0" y="1169"/>
                  </a:cubicBezTo>
                  <a:cubicBezTo>
                    <a:pt x="0" y="1814"/>
                    <a:pt x="523" y="2337"/>
                    <a:pt x="1168" y="2337"/>
                  </a:cubicBezTo>
                  <a:cubicBezTo>
                    <a:pt x="1814" y="2337"/>
                    <a:pt x="2337" y="1814"/>
                    <a:pt x="2337" y="1169"/>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476" name="Google Shape;1476;p45"/>
            <p:cNvGrpSpPr/>
            <p:nvPr/>
          </p:nvGrpSpPr>
          <p:grpSpPr>
            <a:xfrm>
              <a:off x="1064989" y="1772304"/>
              <a:ext cx="1114402" cy="746075"/>
              <a:chOff x="7371000" y="3471840"/>
              <a:chExt cx="894240" cy="598680"/>
            </a:xfrm>
          </p:grpSpPr>
          <p:sp>
            <p:nvSpPr>
              <p:cNvPr id="1477" name="Google Shape;1477;p45"/>
              <p:cNvSpPr/>
              <p:nvPr/>
            </p:nvSpPr>
            <p:spPr>
              <a:xfrm>
                <a:off x="7371000" y="3471840"/>
                <a:ext cx="894240" cy="598680"/>
              </a:xfrm>
              <a:custGeom>
                <a:avLst/>
                <a:gdLst/>
                <a:ahLst/>
                <a:cxnLst/>
                <a:rect l="l" t="t" r="r" b="b"/>
                <a:pathLst>
                  <a:path w="2484" h="1663" extrusionOk="0">
                    <a:moveTo>
                      <a:pt x="2484" y="1663"/>
                    </a:moveTo>
                    <a:lnTo>
                      <a:pt x="0" y="1663"/>
                    </a:lnTo>
                    <a:lnTo>
                      <a:pt x="0" y="0"/>
                    </a:lnTo>
                    <a:lnTo>
                      <a:pt x="2484" y="0"/>
                    </a:lnTo>
                    <a:lnTo>
                      <a:pt x="2484" y="1663"/>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478" name="Google Shape;1478;p45"/>
              <p:cNvSpPr/>
              <p:nvPr/>
            </p:nvSpPr>
            <p:spPr>
              <a:xfrm>
                <a:off x="7371000" y="3582000"/>
                <a:ext cx="894240" cy="0"/>
              </a:xfrm>
              <a:custGeom>
                <a:avLst/>
                <a:gdLst/>
                <a:ahLst/>
                <a:cxnLst/>
                <a:rect l="l" t="t" r="r" b="b"/>
                <a:pathLst>
                  <a:path w="2484" h="120000" extrusionOk="0">
                    <a:moveTo>
                      <a:pt x="0" y="0"/>
                    </a:moveTo>
                    <a:lnTo>
                      <a:pt x="2484" y="0"/>
                    </a:lnTo>
                    <a:lnTo>
                      <a:pt x="0" y="0"/>
                    </a:lnTo>
                    <a:close/>
                  </a:path>
                </a:pathLst>
              </a:custGeom>
              <a:noFill/>
              <a:ln w="9525" cap="flat" cmpd="sng">
                <a:solidFill>
                  <a:schemeClr val="dk1"/>
                </a:solidFill>
                <a:prstDash val="solid"/>
                <a:bevel/>
                <a:headEnd type="none" w="sm" len="sm"/>
                <a:tailEnd type="none" w="sm" len="sm"/>
              </a:ln>
            </p:spPr>
            <p:txBody>
              <a:bodyPr spcFirstLastPara="1" wrap="square" lIns="92875" tIns="0" rIns="92875" bIns="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479" name="Google Shape;1479;p45"/>
              <p:cNvSpPr/>
              <p:nvPr/>
            </p:nvSpPr>
            <p:spPr>
              <a:xfrm>
                <a:off x="7407720" y="3507480"/>
                <a:ext cx="32760" cy="32400"/>
              </a:xfrm>
              <a:custGeom>
                <a:avLst/>
                <a:gdLst/>
                <a:ahLst/>
                <a:cxnLst/>
                <a:rect l="l" t="t" r="r" b="b"/>
                <a:pathLst>
                  <a:path w="91" h="90" extrusionOk="0">
                    <a:moveTo>
                      <a:pt x="91" y="44"/>
                    </a:moveTo>
                    <a:cubicBezTo>
                      <a:pt x="91" y="20"/>
                      <a:pt x="70" y="0"/>
                      <a:pt x="45" y="0"/>
                    </a:cubicBezTo>
                    <a:cubicBezTo>
                      <a:pt x="20" y="0"/>
                      <a:pt x="0" y="20"/>
                      <a:pt x="0" y="44"/>
                    </a:cubicBezTo>
                    <a:cubicBezTo>
                      <a:pt x="0" y="70"/>
                      <a:pt x="20" y="90"/>
                      <a:pt x="45" y="90"/>
                    </a:cubicBezTo>
                    <a:cubicBezTo>
                      <a:pt x="70" y="90"/>
                      <a:pt x="91" y="70"/>
                      <a:pt x="91" y="44"/>
                    </a:cubicBezTo>
                    <a:close/>
                  </a:path>
                </a:pathLst>
              </a:custGeom>
              <a:noFill/>
              <a:ln w="9525" cap="flat" cmpd="sng">
                <a:solidFill>
                  <a:schemeClr val="dk1"/>
                </a:solidFill>
                <a:prstDash val="solid"/>
                <a:bevel/>
                <a:headEnd type="none" w="sm" len="sm"/>
                <a:tailEnd type="none" w="sm" len="sm"/>
              </a:ln>
            </p:spPr>
            <p:txBody>
              <a:bodyPr spcFirstLastPara="1" wrap="square" lIns="92875" tIns="0" rIns="92875" bIns="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480" name="Google Shape;1480;p45"/>
              <p:cNvSpPr/>
              <p:nvPr/>
            </p:nvSpPr>
            <p:spPr>
              <a:xfrm>
                <a:off x="7484760" y="3507480"/>
                <a:ext cx="32400" cy="32400"/>
              </a:xfrm>
              <a:custGeom>
                <a:avLst/>
                <a:gdLst/>
                <a:ahLst/>
                <a:cxnLst/>
                <a:rect l="l" t="t" r="r" b="b"/>
                <a:pathLst>
                  <a:path w="90" h="90" extrusionOk="0">
                    <a:moveTo>
                      <a:pt x="90" y="44"/>
                    </a:moveTo>
                    <a:cubicBezTo>
                      <a:pt x="90" y="20"/>
                      <a:pt x="70" y="0"/>
                      <a:pt x="45" y="0"/>
                    </a:cubicBezTo>
                    <a:cubicBezTo>
                      <a:pt x="20" y="0"/>
                      <a:pt x="0" y="20"/>
                      <a:pt x="0" y="44"/>
                    </a:cubicBezTo>
                    <a:cubicBezTo>
                      <a:pt x="0" y="70"/>
                      <a:pt x="20" y="90"/>
                      <a:pt x="45" y="90"/>
                    </a:cubicBezTo>
                    <a:cubicBezTo>
                      <a:pt x="70" y="90"/>
                      <a:pt x="90" y="70"/>
                      <a:pt x="90" y="44"/>
                    </a:cubicBezTo>
                    <a:close/>
                  </a:path>
                </a:pathLst>
              </a:custGeom>
              <a:noFill/>
              <a:ln w="9525" cap="flat" cmpd="sng">
                <a:solidFill>
                  <a:schemeClr val="dk1"/>
                </a:solidFill>
                <a:prstDash val="solid"/>
                <a:bevel/>
                <a:headEnd type="none" w="sm" len="sm"/>
                <a:tailEnd type="none" w="sm" len="sm"/>
              </a:ln>
            </p:spPr>
            <p:txBody>
              <a:bodyPr spcFirstLastPara="1" wrap="square" lIns="92875" tIns="0" rIns="92875" bIns="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481" name="Google Shape;1481;p45"/>
              <p:cNvSpPr/>
              <p:nvPr/>
            </p:nvSpPr>
            <p:spPr>
              <a:xfrm>
                <a:off x="7561440" y="3507480"/>
                <a:ext cx="32760" cy="32400"/>
              </a:xfrm>
              <a:custGeom>
                <a:avLst/>
                <a:gdLst/>
                <a:ahLst/>
                <a:cxnLst/>
                <a:rect l="l" t="t" r="r" b="b"/>
                <a:pathLst>
                  <a:path w="91" h="90" extrusionOk="0">
                    <a:moveTo>
                      <a:pt x="91" y="44"/>
                    </a:moveTo>
                    <a:cubicBezTo>
                      <a:pt x="91" y="20"/>
                      <a:pt x="70" y="0"/>
                      <a:pt x="45" y="0"/>
                    </a:cubicBezTo>
                    <a:cubicBezTo>
                      <a:pt x="21" y="0"/>
                      <a:pt x="0" y="20"/>
                      <a:pt x="0" y="44"/>
                    </a:cubicBezTo>
                    <a:cubicBezTo>
                      <a:pt x="0" y="70"/>
                      <a:pt x="21" y="90"/>
                      <a:pt x="45" y="90"/>
                    </a:cubicBezTo>
                    <a:cubicBezTo>
                      <a:pt x="70" y="90"/>
                      <a:pt x="91" y="70"/>
                      <a:pt x="91" y="44"/>
                    </a:cubicBezTo>
                    <a:close/>
                  </a:path>
                </a:pathLst>
              </a:custGeom>
              <a:noFill/>
              <a:ln w="9525" cap="flat" cmpd="sng">
                <a:solidFill>
                  <a:schemeClr val="dk1"/>
                </a:solidFill>
                <a:prstDash val="solid"/>
                <a:bevel/>
                <a:headEnd type="none" w="sm" len="sm"/>
                <a:tailEnd type="none" w="sm" len="sm"/>
              </a:ln>
            </p:spPr>
            <p:txBody>
              <a:bodyPr spcFirstLastPara="1" wrap="square" lIns="92875" tIns="0" rIns="92875" bIns="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482" name="Google Shape;1482;p45"/>
            <p:cNvGrpSpPr/>
            <p:nvPr/>
          </p:nvGrpSpPr>
          <p:grpSpPr>
            <a:xfrm>
              <a:off x="1403258" y="2092179"/>
              <a:ext cx="869000" cy="898161"/>
              <a:chOff x="7642440" y="3728520"/>
              <a:chExt cx="697320" cy="720720"/>
            </a:xfrm>
          </p:grpSpPr>
          <p:sp>
            <p:nvSpPr>
              <p:cNvPr id="1483" name="Google Shape;1483;p45"/>
              <p:cNvSpPr/>
              <p:nvPr/>
            </p:nvSpPr>
            <p:spPr>
              <a:xfrm>
                <a:off x="7642440" y="3728520"/>
                <a:ext cx="697320" cy="720720"/>
              </a:xfrm>
              <a:custGeom>
                <a:avLst/>
                <a:gdLst/>
                <a:ahLst/>
                <a:cxnLst/>
                <a:rect l="l" t="t" r="r" b="b"/>
                <a:pathLst>
                  <a:path w="1937" h="2002" extrusionOk="0">
                    <a:moveTo>
                      <a:pt x="1937" y="2002"/>
                    </a:moveTo>
                    <a:lnTo>
                      <a:pt x="0" y="2002"/>
                    </a:lnTo>
                    <a:lnTo>
                      <a:pt x="0" y="0"/>
                    </a:lnTo>
                    <a:lnTo>
                      <a:pt x="1937" y="0"/>
                    </a:lnTo>
                    <a:lnTo>
                      <a:pt x="1937" y="2002"/>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484" name="Google Shape;1484;p45"/>
              <p:cNvSpPr/>
              <p:nvPr/>
            </p:nvSpPr>
            <p:spPr>
              <a:xfrm>
                <a:off x="7642440" y="3861360"/>
                <a:ext cx="697320" cy="0"/>
              </a:xfrm>
              <a:custGeom>
                <a:avLst/>
                <a:gdLst/>
                <a:ahLst/>
                <a:cxnLst/>
                <a:rect l="l" t="t" r="r" b="b"/>
                <a:pathLst>
                  <a:path w="1937" h="120000" extrusionOk="0">
                    <a:moveTo>
                      <a:pt x="0" y="0"/>
                    </a:moveTo>
                    <a:lnTo>
                      <a:pt x="1937" y="0"/>
                    </a:lnTo>
                    <a:lnTo>
                      <a:pt x="0" y="0"/>
                    </a:lnTo>
                    <a:close/>
                  </a:path>
                </a:pathLst>
              </a:custGeom>
              <a:noFill/>
              <a:ln w="9525" cap="flat" cmpd="sng">
                <a:solidFill>
                  <a:schemeClr val="dk1"/>
                </a:solidFill>
                <a:prstDash val="solid"/>
                <a:bevel/>
                <a:headEnd type="none" w="sm" len="sm"/>
                <a:tailEnd type="none" w="sm" len="sm"/>
              </a:ln>
            </p:spPr>
            <p:txBody>
              <a:bodyPr spcFirstLastPara="1" wrap="square" lIns="92875" tIns="0" rIns="92875" bIns="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485" name="Google Shape;1485;p45"/>
              <p:cNvSpPr/>
              <p:nvPr/>
            </p:nvSpPr>
            <p:spPr>
              <a:xfrm>
                <a:off x="7686720" y="3771000"/>
                <a:ext cx="38880" cy="39600"/>
              </a:xfrm>
              <a:custGeom>
                <a:avLst/>
                <a:gdLst/>
                <a:ahLst/>
                <a:cxnLst/>
                <a:rect l="l" t="t" r="r" b="b"/>
                <a:pathLst>
                  <a:path w="108" h="110" extrusionOk="0">
                    <a:moveTo>
                      <a:pt x="108" y="55"/>
                    </a:moveTo>
                    <a:cubicBezTo>
                      <a:pt x="108" y="25"/>
                      <a:pt x="84" y="0"/>
                      <a:pt x="54" y="0"/>
                    </a:cubicBezTo>
                    <a:cubicBezTo>
                      <a:pt x="24" y="0"/>
                      <a:pt x="0" y="25"/>
                      <a:pt x="0" y="55"/>
                    </a:cubicBezTo>
                    <a:cubicBezTo>
                      <a:pt x="0" y="85"/>
                      <a:pt x="24" y="110"/>
                      <a:pt x="54" y="110"/>
                    </a:cubicBezTo>
                    <a:cubicBezTo>
                      <a:pt x="84" y="110"/>
                      <a:pt x="108" y="85"/>
                      <a:pt x="108" y="55"/>
                    </a:cubicBezTo>
                    <a:close/>
                  </a:path>
                </a:pathLst>
              </a:custGeom>
              <a:noFill/>
              <a:ln w="9525" cap="flat" cmpd="sng">
                <a:solidFill>
                  <a:schemeClr val="dk1"/>
                </a:solidFill>
                <a:prstDash val="solid"/>
                <a:bevel/>
                <a:headEnd type="none" w="sm" len="sm"/>
                <a:tailEnd type="none" w="sm" len="sm"/>
              </a:ln>
            </p:spPr>
            <p:txBody>
              <a:bodyPr spcFirstLastPara="1" wrap="square" lIns="92875" tIns="0" rIns="92875" bIns="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486" name="Google Shape;1486;p45"/>
              <p:cNvSpPr/>
              <p:nvPr/>
            </p:nvSpPr>
            <p:spPr>
              <a:xfrm>
                <a:off x="7779240" y="3771000"/>
                <a:ext cx="38880" cy="39600"/>
              </a:xfrm>
              <a:custGeom>
                <a:avLst/>
                <a:gdLst/>
                <a:ahLst/>
                <a:cxnLst/>
                <a:rect l="l" t="t" r="r" b="b"/>
                <a:pathLst>
                  <a:path w="108" h="110" extrusionOk="0">
                    <a:moveTo>
                      <a:pt x="108" y="55"/>
                    </a:moveTo>
                    <a:cubicBezTo>
                      <a:pt x="108" y="25"/>
                      <a:pt x="84" y="0"/>
                      <a:pt x="54" y="0"/>
                    </a:cubicBezTo>
                    <a:cubicBezTo>
                      <a:pt x="24" y="0"/>
                      <a:pt x="0" y="25"/>
                      <a:pt x="0" y="55"/>
                    </a:cubicBezTo>
                    <a:cubicBezTo>
                      <a:pt x="0" y="85"/>
                      <a:pt x="24" y="110"/>
                      <a:pt x="54" y="110"/>
                    </a:cubicBezTo>
                    <a:cubicBezTo>
                      <a:pt x="84" y="110"/>
                      <a:pt x="108" y="85"/>
                      <a:pt x="108" y="55"/>
                    </a:cubicBezTo>
                    <a:close/>
                  </a:path>
                </a:pathLst>
              </a:custGeom>
              <a:noFill/>
              <a:ln w="9525" cap="flat" cmpd="sng">
                <a:solidFill>
                  <a:schemeClr val="dk1"/>
                </a:solidFill>
                <a:prstDash val="solid"/>
                <a:bevel/>
                <a:headEnd type="none" w="sm" len="sm"/>
                <a:tailEnd type="none" w="sm" len="sm"/>
              </a:ln>
            </p:spPr>
            <p:txBody>
              <a:bodyPr spcFirstLastPara="1" wrap="square" lIns="92875" tIns="0" rIns="92875" bIns="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487" name="Google Shape;1487;p45"/>
              <p:cNvSpPr/>
              <p:nvPr/>
            </p:nvSpPr>
            <p:spPr>
              <a:xfrm>
                <a:off x="7871400" y="3771000"/>
                <a:ext cx="39240" cy="39600"/>
              </a:xfrm>
              <a:custGeom>
                <a:avLst/>
                <a:gdLst/>
                <a:ahLst/>
                <a:cxnLst/>
                <a:rect l="l" t="t" r="r" b="b"/>
                <a:pathLst>
                  <a:path w="109" h="110" extrusionOk="0">
                    <a:moveTo>
                      <a:pt x="109" y="55"/>
                    </a:moveTo>
                    <a:cubicBezTo>
                      <a:pt x="109" y="25"/>
                      <a:pt x="85" y="0"/>
                      <a:pt x="55" y="0"/>
                    </a:cubicBezTo>
                    <a:cubicBezTo>
                      <a:pt x="25" y="0"/>
                      <a:pt x="0" y="25"/>
                      <a:pt x="0" y="55"/>
                    </a:cubicBezTo>
                    <a:cubicBezTo>
                      <a:pt x="0" y="85"/>
                      <a:pt x="25" y="110"/>
                      <a:pt x="55" y="110"/>
                    </a:cubicBezTo>
                    <a:cubicBezTo>
                      <a:pt x="85" y="110"/>
                      <a:pt x="109" y="85"/>
                      <a:pt x="109" y="55"/>
                    </a:cubicBezTo>
                    <a:close/>
                  </a:path>
                </a:pathLst>
              </a:custGeom>
              <a:noFill/>
              <a:ln w="9525" cap="flat" cmpd="sng">
                <a:solidFill>
                  <a:schemeClr val="dk1"/>
                </a:solidFill>
                <a:prstDash val="solid"/>
                <a:bevel/>
                <a:headEnd type="none" w="sm" len="sm"/>
                <a:tailEnd type="none" w="sm" len="sm"/>
              </a:ln>
            </p:spPr>
            <p:txBody>
              <a:bodyPr spcFirstLastPara="1" wrap="square" lIns="92875" tIns="0" rIns="92875" bIns="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1488" name="Google Shape;1488;p45"/>
          <p:cNvGrpSpPr/>
          <p:nvPr/>
        </p:nvGrpSpPr>
        <p:grpSpPr>
          <a:xfrm>
            <a:off x="364440" y="4025909"/>
            <a:ext cx="697305" cy="339212"/>
            <a:chOff x="8446680" y="3420360"/>
            <a:chExt cx="490680" cy="238680"/>
          </a:xfrm>
        </p:grpSpPr>
        <p:sp>
          <p:nvSpPr>
            <p:cNvPr id="1489" name="Google Shape;1489;p45"/>
            <p:cNvSpPr/>
            <p:nvPr/>
          </p:nvSpPr>
          <p:spPr>
            <a:xfrm>
              <a:off x="8922600" y="3420360"/>
              <a:ext cx="14760" cy="14760"/>
            </a:xfrm>
            <a:custGeom>
              <a:avLst/>
              <a:gdLst/>
              <a:ahLst/>
              <a:cxnLst/>
              <a:rect l="l" t="t" r="r" b="b"/>
              <a:pathLst>
                <a:path w="41" h="41" extrusionOk="0">
                  <a:moveTo>
                    <a:pt x="0" y="21"/>
                  </a:moveTo>
                  <a:cubicBezTo>
                    <a:pt x="0" y="10"/>
                    <a:pt x="9" y="0"/>
                    <a:pt x="20" y="0"/>
                  </a:cubicBezTo>
                  <a:cubicBezTo>
                    <a:pt x="32" y="0"/>
                    <a:pt x="41" y="10"/>
                    <a:pt x="41" y="21"/>
                  </a:cubicBezTo>
                  <a:cubicBezTo>
                    <a:pt x="41" y="32"/>
                    <a:pt x="32" y="41"/>
                    <a:pt x="20" y="41"/>
                  </a:cubicBezTo>
                  <a:cubicBezTo>
                    <a:pt x="9" y="41"/>
                    <a:pt x="0" y="32"/>
                    <a:pt x="0" y="2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490" name="Google Shape;1490;p45"/>
            <p:cNvSpPr/>
            <p:nvPr/>
          </p:nvSpPr>
          <p:spPr>
            <a:xfrm>
              <a:off x="8827560" y="3420360"/>
              <a:ext cx="14760" cy="14760"/>
            </a:xfrm>
            <a:custGeom>
              <a:avLst/>
              <a:gdLst/>
              <a:ahLst/>
              <a:cxnLst/>
              <a:rect l="l" t="t" r="r" b="b"/>
              <a:pathLst>
                <a:path w="41" h="41" extrusionOk="0">
                  <a:moveTo>
                    <a:pt x="0" y="21"/>
                  </a:moveTo>
                  <a:cubicBezTo>
                    <a:pt x="0" y="10"/>
                    <a:pt x="9" y="0"/>
                    <a:pt x="20" y="0"/>
                  </a:cubicBezTo>
                  <a:cubicBezTo>
                    <a:pt x="31" y="0"/>
                    <a:pt x="41" y="10"/>
                    <a:pt x="41" y="21"/>
                  </a:cubicBezTo>
                  <a:cubicBezTo>
                    <a:pt x="41" y="32"/>
                    <a:pt x="31" y="41"/>
                    <a:pt x="20" y="41"/>
                  </a:cubicBezTo>
                  <a:cubicBezTo>
                    <a:pt x="9" y="41"/>
                    <a:pt x="0" y="32"/>
                    <a:pt x="0" y="2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491" name="Google Shape;1491;p45"/>
            <p:cNvSpPr/>
            <p:nvPr/>
          </p:nvSpPr>
          <p:spPr>
            <a:xfrm>
              <a:off x="8732160" y="3420360"/>
              <a:ext cx="14760" cy="14760"/>
            </a:xfrm>
            <a:custGeom>
              <a:avLst/>
              <a:gdLst/>
              <a:ahLst/>
              <a:cxnLst/>
              <a:rect l="l" t="t" r="r" b="b"/>
              <a:pathLst>
                <a:path w="41" h="41" extrusionOk="0">
                  <a:moveTo>
                    <a:pt x="0" y="21"/>
                  </a:moveTo>
                  <a:cubicBezTo>
                    <a:pt x="0" y="10"/>
                    <a:pt x="9" y="0"/>
                    <a:pt x="21" y="0"/>
                  </a:cubicBezTo>
                  <a:cubicBezTo>
                    <a:pt x="32" y="0"/>
                    <a:pt x="41" y="10"/>
                    <a:pt x="41" y="21"/>
                  </a:cubicBezTo>
                  <a:cubicBezTo>
                    <a:pt x="41" y="32"/>
                    <a:pt x="32" y="41"/>
                    <a:pt x="21" y="41"/>
                  </a:cubicBezTo>
                  <a:cubicBezTo>
                    <a:pt x="9" y="41"/>
                    <a:pt x="0" y="32"/>
                    <a:pt x="0" y="2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492" name="Google Shape;1492;p45"/>
            <p:cNvSpPr/>
            <p:nvPr/>
          </p:nvSpPr>
          <p:spPr>
            <a:xfrm>
              <a:off x="8637120" y="3420360"/>
              <a:ext cx="14400" cy="14760"/>
            </a:xfrm>
            <a:custGeom>
              <a:avLst/>
              <a:gdLst/>
              <a:ahLst/>
              <a:cxnLst/>
              <a:rect l="l" t="t" r="r" b="b"/>
              <a:pathLst>
                <a:path w="40" h="41" extrusionOk="0">
                  <a:moveTo>
                    <a:pt x="0" y="21"/>
                  </a:moveTo>
                  <a:cubicBezTo>
                    <a:pt x="0" y="10"/>
                    <a:pt x="9" y="0"/>
                    <a:pt x="20" y="0"/>
                  </a:cubicBezTo>
                  <a:cubicBezTo>
                    <a:pt x="31" y="0"/>
                    <a:pt x="40" y="10"/>
                    <a:pt x="40" y="21"/>
                  </a:cubicBezTo>
                  <a:cubicBezTo>
                    <a:pt x="40" y="32"/>
                    <a:pt x="31" y="41"/>
                    <a:pt x="20" y="41"/>
                  </a:cubicBezTo>
                  <a:cubicBezTo>
                    <a:pt x="9" y="41"/>
                    <a:pt x="0" y="32"/>
                    <a:pt x="0" y="2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493" name="Google Shape;1493;p45"/>
            <p:cNvSpPr/>
            <p:nvPr/>
          </p:nvSpPr>
          <p:spPr>
            <a:xfrm>
              <a:off x="8541720" y="3420360"/>
              <a:ext cx="14760" cy="14760"/>
            </a:xfrm>
            <a:custGeom>
              <a:avLst/>
              <a:gdLst/>
              <a:ahLst/>
              <a:cxnLst/>
              <a:rect l="l" t="t" r="r" b="b"/>
              <a:pathLst>
                <a:path w="41" h="41" extrusionOk="0">
                  <a:moveTo>
                    <a:pt x="0" y="21"/>
                  </a:moveTo>
                  <a:cubicBezTo>
                    <a:pt x="0" y="10"/>
                    <a:pt x="9" y="0"/>
                    <a:pt x="20" y="0"/>
                  </a:cubicBezTo>
                  <a:cubicBezTo>
                    <a:pt x="32" y="0"/>
                    <a:pt x="41" y="10"/>
                    <a:pt x="41" y="21"/>
                  </a:cubicBezTo>
                  <a:cubicBezTo>
                    <a:pt x="41" y="32"/>
                    <a:pt x="32" y="41"/>
                    <a:pt x="20" y="41"/>
                  </a:cubicBezTo>
                  <a:cubicBezTo>
                    <a:pt x="9" y="41"/>
                    <a:pt x="0" y="32"/>
                    <a:pt x="0" y="2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494" name="Google Shape;1494;p45"/>
            <p:cNvSpPr/>
            <p:nvPr/>
          </p:nvSpPr>
          <p:spPr>
            <a:xfrm>
              <a:off x="8446680" y="3420360"/>
              <a:ext cx="14760" cy="14760"/>
            </a:xfrm>
            <a:custGeom>
              <a:avLst/>
              <a:gdLst/>
              <a:ahLst/>
              <a:cxnLst/>
              <a:rect l="l" t="t" r="r" b="b"/>
              <a:pathLst>
                <a:path w="41" h="41" extrusionOk="0">
                  <a:moveTo>
                    <a:pt x="0" y="21"/>
                  </a:moveTo>
                  <a:cubicBezTo>
                    <a:pt x="0" y="10"/>
                    <a:pt x="9" y="0"/>
                    <a:pt x="20" y="0"/>
                  </a:cubicBezTo>
                  <a:cubicBezTo>
                    <a:pt x="31" y="0"/>
                    <a:pt x="41" y="10"/>
                    <a:pt x="41" y="21"/>
                  </a:cubicBezTo>
                  <a:cubicBezTo>
                    <a:pt x="41" y="32"/>
                    <a:pt x="31" y="41"/>
                    <a:pt x="20" y="41"/>
                  </a:cubicBezTo>
                  <a:cubicBezTo>
                    <a:pt x="9" y="41"/>
                    <a:pt x="0" y="32"/>
                    <a:pt x="0" y="21"/>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495" name="Google Shape;1495;p45"/>
            <p:cNvSpPr/>
            <p:nvPr/>
          </p:nvSpPr>
          <p:spPr>
            <a:xfrm>
              <a:off x="8922600" y="3495240"/>
              <a:ext cx="14760" cy="14400"/>
            </a:xfrm>
            <a:custGeom>
              <a:avLst/>
              <a:gdLst/>
              <a:ahLst/>
              <a:cxnLst/>
              <a:rect l="l" t="t" r="r" b="b"/>
              <a:pathLst>
                <a:path w="41" h="40" extrusionOk="0">
                  <a:moveTo>
                    <a:pt x="0" y="20"/>
                  </a:moveTo>
                  <a:cubicBezTo>
                    <a:pt x="0" y="9"/>
                    <a:pt x="9" y="0"/>
                    <a:pt x="20" y="0"/>
                  </a:cubicBezTo>
                  <a:cubicBezTo>
                    <a:pt x="32" y="0"/>
                    <a:pt x="41" y="9"/>
                    <a:pt x="41" y="20"/>
                  </a:cubicBezTo>
                  <a:cubicBezTo>
                    <a:pt x="41" y="31"/>
                    <a:pt x="32" y="40"/>
                    <a:pt x="20"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496" name="Google Shape;1496;p45"/>
            <p:cNvSpPr/>
            <p:nvPr/>
          </p:nvSpPr>
          <p:spPr>
            <a:xfrm>
              <a:off x="8827560" y="3495240"/>
              <a:ext cx="14760" cy="14400"/>
            </a:xfrm>
            <a:custGeom>
              <a:avLst/>
              <a:gdLst/>
              <a:ahLst/>
              <a:cxnLst/>
              <a:rect l="l" t="t" r="r" b="b"/>
              <a:pathLst>
                <a:path w="41" h="40" extrusionOk="0">
                  <a:moveTo>
                    <a:pt x="0" y="20"/>
                  </a:moveTo>
                  <a:cubicBezTo>
                    <a:pt x="0" y="9"/>
                    <a:pt x="9" y="0"/>
                    <a:pt x="20" y="0"/>
                  </a:cubicBezTo>
                  <a:cubicBezTo>
                    <a:pt x="31" y="0"/>
                    <a:pt x="41" y="9"/>
                    <a:pt x="41" y="20"/>
                  </a:cubicBezTo>
                  <a:cubicBezTo>
                    <a:pt x="41" y="31"/>
                    <a:pt x="31" y="40"/>
                    <a:pt x="20"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497" name="Google Shape;1497;p45"/>
            <p:cNvSpPr/>
            <p:nvPr/>
          </p:nvSpPr>
          <p:spPr>
            <a:xfrm>
              <a:off x="8732160" y="3495240"/>
              <a:ext cx="14760" cy="14400"/>
            </a:xfrm>
            <a:custGeom>
              <a:avLst/>
              <a:gdLst/>
              <a:ahLst/>
              <a:cxnLst/>
              <a:rect l="l" t="t" r="r" b="b"/>
              <a:pathLst>
                <a:path w="41" h="40" extrusionOk="0">
                  <a:moveTo>
                    <a:pt x="0" y="20"/>
                  </a:moveTo>
                  <a:cubicBezTo>
                    <a:pt x="0" y="9"/>
                    <a:pt x="9" y="0"/>
                    <a:pt x="21" y="0"/>
                  </a:cubicBezTo>
                  <a:cubicBezTo>
                    <a:pt x="32" y="0"/>
                    <a:pt x="41" y="9"/>
                    <a:pt x="41" y="20"/>
                  </a:cubicBezTo>
                  <a:cubicBezTo>
                    <a:pt x="41" y="31"/>
                    <a:pt x="32" y="40"/>
                    <a:pt x="21"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498" name="Google Shape;1498;p45"/>
            <p:cNvSpPr/>
            <p:nvPr/>
          </p:nvSpPr>
          <p:spPr>
            <a:xfrm>
              <a:off x="8637120" y="3495240"/>
              <a:ext cx="14400" cy="14400"/>
            </a:xfrm>
            <a:custGeom>
              <a:avLst/>
              <a:gdLst/>
              <a:ahLst/>
              <a:cxnLst/>
              <a:rect l="l" t="t" r="r" b="b"/>
              <a:pathLst>
                <a:path w="40" h="40" extrusionOk="0">
                  <a:moveTo>
                    <a:pt x="0" y="20"/>
                  </a:moveTo>
                  <a:cubicBezTo>
                    <a:pt x="0" y="9"/>
                    <a:pt x="9" y="0"/>
                    <a:pt x="20" y="0"/>
                  </a:cubicBezTo>
                  <a:cubicBezTo>
                    <a:pt x="31" y="0"/>
                    <a:pt x="40" y="9"/>
                    <a:pt x="40" y="20"/>
                  </a:cubicBezTo>
                  <a:cubicBezTo>
                    <a:pt x="40" y="31"/>
                    <a:pt x="31" y="40"/>
                    <a:pt x="20"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499" name="Google Shape;1499;p45"/>
            <p:cNvSpPr/>
            <p:nvPr/>
          </p:nvSpPr>
          <p:spPr>
            <a:xfrm>
              <a:off x="8541720" y="3495240"/>
              <a:ext cx="14760" cy="14400"/>
            </a:xfrm>
            <a:custGeom>
              <a:avLst/>
              <a:gdLst/>
              <a:ahLst/>
              <a:cxnLst/>
              <a:rect l="l" t="t" r="r" b="b"/>
              <a:pathLst>
                <a:path w="41" h="40" extrusionOk="0">
                  <a:moveTo>
                    <a:pt x="0" y="20"/>
                  </a:moveTo>
                  <a:cubicBezTo>
                    <a:pt x="0" y="9"/>
                    <a:pt x="9" y="0"/>
                    <a:pt x="20" y="0"/>
                  </a:cubicBezTo>
                  <a:cubicBezTo>
                    <a:pt x="32" y="0"/>
                    <a:pt x="41" y="9"/>
                    <a:pt x="41" y="20"/>
                  </a:cubicBezTo>
                  <a:cubicBezTo>
                    <a:pt x="41" y="31"/>
                    <a:pt x="32" y="40"/>
                    <a:pt x="20"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00" name="Google Shape;1500;p45"/>
            <p:cNvSpPr/>
            <p:nvPr/>
          </p:nvSpPr>
          <p:spPr>
            <a:xfrm>
              <a:off x="8446680" y="3495240"/>
              <a:ext cx="14760" cy="14400"/>
            </a:xfrm>
            <a:custGeom>
              <a:avLst/>
              <a:gdLst/>
              <a:ahLst/>
              <a:cxnLst/>
              <a:rect l="l" t="t" r="r" b="b"/>
              <a:pathLst>
                <a:path w="41" h="40" extrusionOk="0">
                  <a:moveTo>
                    <a:pt x="0" y="20"/>
                  </a:moveTo>
                  <a:cubicBezTo>
                    <a:pt x="0" y="9"/>
                    <a:pt x="9" y="0"/>
                    <a:pt x="20" y="0"/>
                  </a:cubicBezTo>
                  <a:cubicBezTo>
                    <a:pt x="31" y="0"/>
                    <a:pt x="41" y="9"/>
                    <a:pt x="41" y="20"/>
                  </a:cubicBezTo>
                  <a:cubicBezTo>
                    <a:pt x="41" y="31"/>
                    <a:pt x="31" y="40"/>
                    <a:pt x="20"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01" name="Google Shape;1501;p45"/>
            <p:cNvSpPr/>
            <p:nvPr/>
          </p:nvSpPr>
          <p:spPr>
            <a:xfrm>
              <a:off x="8922600" y="3569760"/>
              <a:ext cx="14760" cy="14760"/>
            </a:xfrm>
            <a:custGeom>
              <a:avLst/>
              <a:gdLst/>
              <a:ahLst/>
              <a:cxnLst/>
              <a:rect l="l" t="t" r="r" b="b"/>
              <a:pathLst>
                <a:path w="41" h="41" extrusionOk="0">
                  <a:moveTo>
                    <a:pt x="0" y="20"/>
                  </a:moveTo>
                  <a:cubicBezTo>
                    <a:pt x="0" y="9"/>
                    <a:pt x="9" y="0"/>
                    <a:pt x="20" y="0"/>
                  </a:cubicBezTo>
                  <a:cubicBezTo>
                    <a:pt x="32" y="0"/>
                    <a:pt x="41" y="9"/>
                    <a:pt x="41" y="20"/>
                  </a:cubicBezTo>
                  <a:cubicBezTo>
                    <a:pt x="41" y="32"/>
                    <a:pt x="32" y="41"/>
                    <a:pt x="20" y="41"/>
                  </a:cubicBezTo>
                  <a:cubicBezTo>
                    <a:pt x="9" y="41"/>
                    <a:pt x="0" y="32"/>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02" name="Google Shape;1502;p45"/>
            <p:cNvSpPr/>
            <p:nvPr/>
          </p:nvSpPr>
          <p:spPr>
            <a:xfrm>
              <a:off x="8827560" y="3569760"/>
              <a:ext cx="14760" cy="14760"/>
            </a:xfrm>
            <a:custGeom>
              <a:avLst/>
              <a:gdLst/>
              <a:ahLst/>
              <a:cxnLst/>
              <a:rect l="l" t="t" r="r" b="b"/>
              <a:pathLst>
                <a:path w="41" h="41" extrusionOk="0">
                  <a:moveTo>
                    <a:pt x="0" y="20"/>
                  </a:moveTo>
                  <a:cubicBezTo>
                    <a:pt x="0" y="9"/>
                    <a:pt x="9" y="0"/>
                    <a:pt x="20" y="0"/>
                  </a:cubicBezTo>
                  <a:cubicBezTo>
                    <a:pt x="31" y="0"/>
                    <a:pt x="41" y="9"/>
                    <a:pt x="41" y="20"/>
                  </a:cubicBezTo>
                  <a:cubicBezTo>
                    <a:pt x="41" y="32"/>
                    <a:pt x="31" y="41"/>
                    <a:pt x="20" y="41"/>
                  </a:cubicBezTo>
                  <a:cubicBezTo>
                    <a:pt x="9" y="41"/>
                    <a:pt x="0" y="32"/>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03" name="Google Shape;1503;p45"/>
            <p:cNvSpPr/>
            <p:nvPr/>
          </p:nvSpPr>
          <p:spPr>
            <a:xfrm>
              <a:off x="8732160" y="3569760"/>
              <a:ext cx="14760" cy="14760"/>
            </a:xfrm>
            <a:custGeom>
              <a:avLst/>
              <a:gdLst/>
              <a:ahLst/>
              <a:cxnLst/>
              <a:rect l="l" t="t" r="r" b="b"/>
              <a:pathLst>
                <a:path w="41" h="41" extrusionOk="0">
                  <a:moveTo>
                    <a:pt x="0" y="20"/>
                  </a:moveTo>
                  <a:cubicBezTo>
                    <a:pt x="0" y="9"/>
                    <a:pt x="9" y="0"/>
                    <a:pt x="21" y="0"/>
                  </a:cubicBezTo>
                  <a:cubicBezTo>
                    <a:pt x="32" y="0"/>
                    <a:pt x="41" y="9"/>
                    <a:pt x="41" y="20"/>
                  </a:cubicBezTo>
                  <a:cubicBezTo>
                    <a:pt x="41" y="32"/>
                    <a:pt x="32" y="41"/>
                    <a:pt x="21" y="41"/>
                  </a:cubicBezTo>
                  <a:cubicBezTo>
                    <a:pt x="9" y="41"/>
                    <a:pt x="0" y="32"/>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04" name="Google Shape;1504;p45"/>
            <p:cNvSpPr/>
            <p:nvPr/>
          </p:nvSpPr>
          <p:spPr>
            <a:xfrm>
              <a:off x="8637120" y="3569760"/>
              <a:ext cx="14400" cy="14760"/>
            </a:xfrm>
            <a:custGeom>
              <a:avLst/>
              <a:gdLst/>
              <a:ahLst/>
              <a:cxnLst/>
              <a:rect l="l" t="t" r="r" b="b"/>
              <a:pathLst>
                <a:path w="40" h="41" extrusionOk="0">
                  <a:moveTo>
                    <a:pt x="0" y="20"/>
                  </a:moveTo>
                  <a:cubicBezTo>
                    <a:pt x="0" y="9"/>
                    <a:pt x="9" y="0"/>
                    <a:pt x="20" y="0"/>
                  </a:cubicBezTo>
                  <a:cubicBezTo>
                    <a:pt x="31" y="0"/>
                    <a:pt x="40" y="9"/>
                    <a:pt x="40" y="20"/>
                  </a:cubicBezTo>
                  <a:cubicBezTo>
                    <a:pt x="40" y="32"/>
                    <a:pt x="31" y="41"/>
                    <a:pt x="20" y="41"/>
                  </a:cubicBezTo>
                  <a:cubicBezTo>
                    <a:pt x="9" y="41"/>
                    <a:pt x="0" y="32"/>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05" name="Google Shape;1505;p45"/>
            <p:cNvSpPr/>
            <p:nvPr/>
          </p:nvSpPr>
          <p:spPr>
            <a:xfrm>
              <a:off x="8541720" y="3569760"/>
              <a:ext cx="14760" cy="14760"/>
            </a:xfrm>
            <a:custGeom>
              <a:avLst/>
              <a:gdLst/>
              <a:ahLst/>
              <a:cxnLst/>
              <a:rect l="l" t="t" r="r" b="b"/>
              <a:pathLst>
                <a:path w="41" h="41" extrusionOk="0">
                  <a:moveTo>
                    <a:pt x="0" y="20"/>
                  </a:moveTo>
                  <a:cubicBezTo>
                    <a:pt x="0" y="9"/>
                    <a:pt x="9" y="0"/>
                    <a:pt x="20" y="0"/>
                  </a:cubicBezTo>
                  <a:cubicBezTo>
                    <a:pt x="32" y="0"/>
                    <a:pt x="41" y="9"/>
                    <a:pt x="41" y="20"/>
                  </a:cubicBezTo>
                  <a:cubicBezTo>
                    <a:pt x="41" y="32"/>
                    <a:pt x="32" y="41"/>
                    <a:pt x="20" y="41"/>
                  </a:cubicBezTo>
                  <a:cubicBezTo>
                    <a:pt x="9" y="41"/>
                    <a:pt x="0" y="32"/>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06" name="Google Shape;1506;p45"/>
            <p:cNvSpPr/>
            <p:nvPr/>
          </p:nvSpPr>
          <p:spPr>
            <a:xfrm>
              <a:off x="8446680" y="3569760"/>
              <a:ext cx="14760" cy="14760"/>
            </a:xfrm>
            <a:custGeom>
              <a:avLst/>
              <a:gdLst/>
              <a:ahLst/>
              <a:cxnLst/>
              <a:rect l="l" t="t" r="r" b="b"/>
              <a:pathLst>
                <a:path w="41" h="41" extrusionOk="0">
                  <a:moveTo>
                    <a:pt x="0" y="20"/>
                  </a:moveTo>
                  <a:cubicBezTo>
                    <a:pt x="0" y="9"/>
                    <a:pt x="9" y="0"/>
                    <a:pt x="20" y="0"/>
                  </a:cubicBezTo>
                  <a:cubicBezTo>
                    <a:pt x="31" y="0"/>
                    <a:pt x="41" y="9"/>
                    <a:pt x="41" y="20"/>
                  </a:cubicBezTo>
                  <a:cubicBezTo>
                    <a:pt x="41" y="32"/>
                    <a:pt x="31" y="41"/>
                    <a:pt x="20" y="41"/>
                  </a:cubicBezTo>
                  <a:cubicBezTo>
                    <a:pt x="9" y="41"/>
                    <a:pt x="0" y="32"/>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07" name="Google Shape;1507;p45"/>
            <p:cNvSpPr/>
            <p:nvPr/>
          </p:nvSpPr>
          <p:spPr>
            <a:xfrm>
              <a:off x="8922600" y="3644640"/>
              <a:ext cx="14760" cy="14400"/>
            </a:xfrm>
            <a:custGeom>
              <a:avLst/>
              <a:gdLst/>
              <a:ahLst/>
              <a:cxnLst/>
              <a:rect l="l" t="t" r="r" b="b"/>
              <a:pathLst>
                <a:path w="41" h="40" extrusionOk="0">
                  <a:moveTo>
                    <a:pt x="0" y="20"/>
                  </a:moveTo>
                  <a:cubicBezTo>
                    <a:pt x="0" y="9"/>
                    <a:pt x="9" y="0"/>
                    <a:pt x="20" y="0"/>
                  </a:cubicBezTo>
                  <a:cubicBezTo>
                    <a:pt x="32" y="0"/>
                    <a:pt x="41" y="9"/>
                    <a:pt x="41" y="20"/>
                  </a:cubicBezTo>
                  <a:cubicBezTo>
                    <a:pt x="41" y="31"/>
                    <a:pt x="32" y="40"/>
                    <a:pt x="20"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08" name="Google Shape;1508;p45"/>
            <p:cNvSpPr/>
            <p:nvPr/>
          </p:nvSpPr>
          <p:spPr>
            <a:xfrm>
              <a:off x="8827560" y="3644640"/>
              <a:ext cx="14760" cy="14400"/>
            </a:xfrm>
            <a:custGeom>
              <a:avLst/>
              <a:gdLst/>
              <a:ahLst/>
              <a:cxnLst/>
              <a:rect l="l" t="t" r="r" b="b"/>
              <a:pathLst>
                <a:path w="41" h="40" extrusionOk="0">
                  <a:moveTo>
                    <a:pt x="0" y="20"/>
                  </a:moveTo>
                  <a:cubicBezTo>
                    <a:pt x="0" y="9"/>
                    <a:pt x="9" y="0"/>
                    <a:pt x="20" y="0"/>
                  </a:cubicBezTo>
                  <a:cubicBezTo>
                    <a:pt x="31" y="0"/>
                    <a:pt x="41" y="9"/>
                    <a:pt x="41" y="20"/>
                  </a:cubicBezTo>
                  <a:cubicBezTo>
                    <a:pt x="41" y="31"/>
                    <a:pt x="31" y="40"/>
                    <a:pt x="20"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09" name="Google Shape;1509;p45"/>
            <p:cNvSpPr/>
            <p:nvPr/>
          </p:nvSpPr>
          <p:spPr>
            <a:xfrm>
              <a:off x="8732160" y="3644640"/>
              <a:ext cx="14760" cy="14400"/>
            </a:xfrm>
            <a:custGeom>
              <a:avLst/>
              <a:gdLst/>
              <a:ahLst/>
              <a:cxnLst/>
              <a:rect l="l" t="t" r="r" b="b"/>
              <a:pathLst>
                <a:path w="41" h="40" extrusionOk="0">
                  <a:moveTo>
                    <a:pt x="0" y="20"/>
                  </a:moveTo>
                  <a:cubicBezTo>
                    <a:pt x="0" y="9"/>
                    <a:pt x="9" y="0"/>
                    <a:pt x="21" y="0"/>
                  </a:cubicBezTo>
                  <a:cubicBezTo>
                    <a:pt x="32" y="0"/>
                    <a:pt x="41" y="9"/>
                    <a:pt x="41" y="20"/>
                  </a:cubicBezTo>
                  <a:cubicBezTo>
                    <a:pt x="41" y="31"/>
                    <a:pt x="32" y="40"/>
                    <a:pt x="21"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10" name="Google Shape;1510;p45"/>
            <p:cNvSpPr/>
            <p:nvPr/>
          </p:nvSpPr>
          <p:spPr>
            <a:xfrm>
              <a:off x="8637120" y="3644640"/>
              <a:ext cx="14400" cy="14400"/>
            </a:xfrm>
            <a:custGeom>
              <a:avLst/>
              <a:gdLst/>
              <a:ahLst/>
              <a:cxnLst/>
              <a:rect l="l" t="t" r="r" b="b"/>
              <a:pathLst>
                <a:path w="40" h="40" extrusionOk="0">
                  <a:moveTo>
                    <a:pt x="0" y="20"/>
                  </a:moveTo>
                  <a:cubicBezTo>
                    <a:pt x="0" y="9"/>
                    <a:pt x="9" y="0"/>
                    <a:pt x="20" y="0"/>
                  </a:cubicBezTo>
                  <a:cubicBezTo>
                    <a:pt x="31" y="0"/>
                    <a:pt x="40" y="9"/>
                    <a:pt x="40" y="20"/>
                  </a:cubicBezTo>
                  <a:cubicBezTo>
                    <a:pt x="40" y="31"/>
                    <a:pt x="31" y="40"/>
                    <a:pt x="20"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11" name="Google Shape;1511;p45"/>
            <p:cNvSpPr/>
            <p:nvPr/>
          </p:nvSpPr>
          <p:spPr>
            <a:xfrm>
              <a:off x="8541720" y="3644640"/>
              <a:ext cx="14760" cy="14400"/>
            </a:xfrm>
            <a:custGeom>
              <a:avLst/>
              <a:gdLst/>
              <a:ahLst/>
              <a:cxnLst/>
              <a:rect l="l" t="t" r="r" b="b"/>
              <a:pathLst>
                <a:path w="41" h="40" extrusionOk="0">
                  <a:moveTo>
                    <a:pt x="0" y="20"/>
                  </a:moveTo>
                  <a:cubicBezTo>
                    <a:pt x="0" y="9"/>
                    <a:pt x="9" y="0"/>
                    <a:pt x="20" y="0"/>
                  </a:cubicBezTo>
                  <a:cubicBezTo>
                    <a:pt x="32" y="0"/>
                    <a:pt x="41" y="9"/>
                    <a:pt x="41" y="20"/>
                  </a:cubicBezTo>
                  <a:cubicBezTo>
                    <a:pt x="41" y="31"/>
                    <a:pt x="32" y="40"/>
                    <a:pt x="20"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1512" name="Google Shape;1512;p45"/>
            <p:cNvSpPr/>
            <p:nvPr/>
          </p:nvSpPr>
          <p:spPr>
            <a:xfrm>
              <a:off x="8446680" y="3644640"/>
              <a:ext cx="14760" cy="14400"/>
            </a:xfrm>
            <a:custGeom>
              <a:avLst/>
              <a:gdLst/>
              <a:ahLst/>
              <a:cxnLst/>
              <a:rect l="l" t="t" r="r" b="b"/>
              <a:pathLst>
                <a:path w="41" h="40" extrusionOk="0">
                  <a:moveTo>
                    <a:pt x="0" y="20"/>
                  </a:moveTo>
                  <a:cubicBezTo>
                    <a:pt x="0" y="9"/>
                    <a:pt x="9" y="0"/>
                    <a:pt x="20" y="0"/>
                  </a:cubicBezTo>
                  <a:cubicBezTo>
                    <a:pt x="31" y="0"/>
                    <a:pt x="41" y="9"/>
                    <a:pt x="41" y="20"/>
                  </a:cubicBezTo>
                  <a:cubicBezTo>
                    <a:pt x="41" y="31"/>
                    <a:pt x="31" y="40"/>
                    <a:pt x="20" y="40"/>
                  </a:cubicBezTo>
                  <a:cubicBezTo>
                    <a:pt x="9" y="40"/>
                    <a:pt x="0" y="31"/>
                    <a:pt x="0" y="20"/>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panose="020B0604020202020204"/>
                <a:ea typeface="Arial" panose="020B0604020202020204"/>
                <a:cs typeface="Arial" panose="020B0604020202020204"/>
                <a:sym typeface="Arial" panose="020B0604020202020204"/>
              </a:endParaRPr>
            </a:p>
          </p:txBody>
        </p:sp>
      </p:grpSp>
      <p:grpSp>
        <p:nvGrpSpPr>
          <p:cNvPr id="1513" name="Google Shape;1513;p45"/>
          <p:cNvGrpSpPr/>
          <p:nvPr/>
        </p:nvGrpSpPr>
        <p:grpSpPr>
          <a:xfrm>
            <a:off x="6701453" y="1723239"/>
            <a:ext cx="1748875" cy="2035873"/>
            <a:chOff x="6701453" y="1723239"/>
            <a:chExt cx="1748875" cy="2035873"/>
          </a:xfrm>
        </p:grpSpPr>
        <p:grpSp>
          <p:nvGrpSpPr>
            <p:cNvPr id="1514" name="Google Shape;1514;p45"/>
            <p:cNvGrpSpPr/>
            <p:nvPr/>
          </p:nvGrpSpPr>
          <p:grpSpPr>
            <a:xfrm>
              <a:off x="6701453" y="1738297"/>
              <a:ext cx="935510" cy="1066794"/>
              <a:chOff x="8521200" y="1225080"/>
              <a:chExt cx="754200" cy="860040"/>
            </a:xfrm>
          </p:grpSpPr>
          <p:sp>
            <p:nvSpPr>
              <p:cNvPr id="1515" name="Google Shape;1515;p45"/>
              <p:cNvSpPr/>
              <p:nvPr/>
            </p:nvSpPr>
            <p:spPr>
              <a:xfrm>
                <a:off x="8521200" y="1225080"/>
                <a:ext cx="188280" cy="214920"/>
              </a:xfrm>
              <a:custGeom>
                <a:avLst/>
                <a:gdLst/>
                <a:ahLst/>
                <a:cxnLst/>
                <a:rect l="l" t="t" r="r" b="b"/>
                <a:pathLst>
                  <a:path w="523" h="597" extrusionOk="0">
                    <a:moveTo>
                      <a:pt x="523" y="0"/>
                    </a:moveTo>
                    <a:lnTo>
                      <a:pt x="0" y="0"/>
                    </a:lnTo>
                    <a:lnTo>
                      <a:pt x="0" y="597"/>
                    </a:lnTo>
                    <a:lnTo>
                      <a:pt x="523" y="597"/>
                    </a:lnTo>
                    <a:lnTo>
                      <a:pt x="523"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16" name="Google Shape;1516;p45"/>
              <p:cNvSpPr/>
              <p:nvPr/>
            </p:nvSpPr>
            <p:spPr>
              <a:xfrm>
                <a:off x="8709480" y="1225080"/>
                <a:ext cx="188640" cy="214920"/>
              </a:xfrm>
              <a:custGeom>
                <a:avLst/>
                <a:gdLst/>
                <a:ahLst/>
                <a:cxnLst/>
                <a:rect l="l" t="t" r="r" b="b"/>
                <a:pathLst>
                  <a:path w="524" h="597" extrusionOk="0">
                    <a:moveTo>
                      <a:pt x="524" y="0"/>
                    </a:moveTo>
                    <a:lnTo>
                      <a:pt x="0" y="0"/>
                    </a:lnTo>
                    <a:lnTo>
                      <a:pt x="0" y="597"/>
                    </a:lnTo>
                    <a:lnTo>
                      <a:pt x="524" y="597"/>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17" name="Google Shape;1517;p45"/>
              <p:cNvSpPr/>
              <p:nvPr/>
            </p:nvSpPr>
            <p:spPr>
              <a:xfrm>
                <a:off x="8898120" y="1225080"/>
                <a:ext cx="188640" cy="214920"/>
              </a:xfrm>
              <a:custGeom>
                <a:avLst/>
                <a:gdLst/>
                <a:ahLst/>
                <a:cxnLst/>
                <a:rect l="l" t="t" r="r" b="b"/>
                <a:pathLst>
                  <a:path w="524" h="597" extrusionOk="0">
                    <a:moveTo>
                      <a:pt x="524" y="0"/>
                    </a:moveTo>
                    <a:lnTo>
                      <a:pt x="0" y="0"/>
                    </a:lnTo>
                    <a:lnTo>
                      <a:pt x="0" y="597"/>
                    </a:lnTo>
                    <a:lnTo>
                      <a:pt x="524" y="597"/>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18" name="Google Shape;1518;p45"/>
              <p:cNvSpPr/>
              <p:nvPr/>
            </p:nvSpPr>
            <p:spPr>
              <a:xfrm>
                <a:off x="9086760" y="1225080"/>
                <a:ext cx="188640" cy="214920"/>
              </a:xfrm>
              <a:custGeom>
                <a:avLst/>
                <a:gdLst/>
                <a:ahLst/>
                <a:cxnLst/>
                <a:rect l="l" t="t" r="r" b="b"/>
                <a:pathLst>
                  <a:path w="524" h="597" extrusionOk="0">
                    <a:moveTo>
                      <a:pt x="524" y="0"/>
                    </a:moveTo>
                    <a:lnTo>
                      <a:pt x="0" y="0"/>
                    </a:lnTo>
                    <a:lnTo>
                      <a:pt x="0" y="597"/>
                    </a:lnTo>
                    <a:lnTo>
                      <a:pt x="524" y="597"/>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19" name="Google Shape;1519;p45"/>
              <p:cNvSpPr/>
              <p:nvPr/>
            </p:nvSpPr>
            <p:spPr>
              <a:xfrm>
                <a:off x="8521200" y="1440000"/>
                <a:ext cx="188280" cy="214920"/>
              </a:xfrm>
              <a:custGeom>
                <a:avLst/>
                <a:gdLst/>
                <a:ahLst/>
                <a:cxnLst/>
                <a:rect l="l" t="t" r="r" b="b"/>
                <a:pathLst>
                  <a:path w="523" h="597" extrusionOk="0">
                    <a:moveTo>
                      <a:pt x="523" y="0"/>
                    </a:moveTo>
                    <a:lnTo>
                      <a:pt x="0" y="0"/>
                    </a:lnTo>
                    <a:lnTo>
                      <a:pt x="0" y="597"/>
                    </a:lnTo>
                    <a:lnTo>
                      <a:pt x="523" y="597"/>
                    </a:lnTo>
                    <a:lnTo>
                      <a:pt x="523"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20" name="Google Shape;1520;p45"/>
              <p:cNvSpPr/>
              <p:nvPr/>
            </p:nvSpPr>
            <p:spPr>
              <a:xfrm>
                <a:off x="8709480" y="1440000"/>
                <a:ext cx="188640" cy="214920"/>
              </a:xfrm>
              <a:custGeom>
                <a:avLst/>
                <a:gdLst/>
                <a:ahLst/>
                <a:cxnLst/>
                <a:rect l="l" t="t" r="r" b="b"/>
                <a:pathLst>
                  <a:path w="524" h="597" extrusionOk="0">
                    <a:moveTo>
                      <a:pt x="524" y="0"/>
                    </a:moveTo>
                    <a:lnTo>
                      <a:pt x="0" y="0"/>
                    </a:lnTo>
                    <a:lnTo>
                      <a:pt x="0" y="597"/>
                    </a:lnTo>
                    <a:lnTo>
                      <a:pt x="524" y="597"/>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21" name="Google Shape;1521;p45"/>
              <p:cNvSpPr/>
              <p:nvPr/>
            </p:nvSpPr>
            <p:spPr>
              <a:xfrm>
                <a:off x="8898120" y="1440000"/>
                <a:ext cx="188640" cy="214920"/>
              </a:xfrm>
              <a:custGeom>
                <a:avLst/>
                <a:gdLst/>
                <a:ahLst/>
                <a:cxnLst/>
                <a:rect l="l" t="t" r="r" b="b"/>
                <a:pathLst>
                  <a:path w="524" h="597" extrusionOk="0">
                    <a:moveTo>
                      <a:pt x="524" y="0"/>
                    </a:moveTo>
                    <a:lnTo>
                      <a:pt x="0" y="0"/>
                    </a:lnTo>
                    <a:lnTo>
                      <a:pt x="0" y="597"/>
                    </a:lnTo>
                    <a:lnTo>
                      <a:pt x="524" y="597"/>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22" name="Google Shape;1522;p45"/>
              <p:cNvSpPr/>
              <p:nvPr/>
            </p:nvSpPr>
            <p:spPr>
              <a:xfrm>
                <a:off x="9086760" y="1440000"/>
                <a:ext cx="188640" cy="214920"/>
              </a:xfrm>
              <a:custGeom>
                <a:avLst/>
                <a:gdLst/>
                <a:ahLst/>
                <a:cxnLst/>
                <a:rect l="l" t="t" r="r" b="b"/>
                <a:pathLst>
                  <a:path w="524" h="597" extrusionOk="0">
                    <a:moveTo>
                      <a:pt x="524" y="0"/>
                    </a:moveTo>
                    <a:lnTo>
                      <a:pt x="0" y="0"/>
                    </a:lnTo>
                    <a:lnTo>
                      <a:pt x="0" y="597"/>
                    </a:lnTo>
                    <a:lnTo>
                      <a:pt x="524" y="597"/>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23" name="Google Shape;1523;p45"/>
              <p:cNvSpPr/>
              <p:nvPr/>
            </p:nvSpPr>
            <p:spPr>
              <a:xfrm>
                <a:off x="8521200" y="1654920"/>
                <a:ext cx="188280" cy="215280"/>
              </a:xfrm>
              <a:custGeom>
                <a:avLst/>
                <a:gdLst/>
                <a:ahLst/>
                <a:cxnLst/>
                <a:rect l="l" t="t" r="r" b="b"/>
                <a:pathLst>
                  <a:path w="523" h="598" extrusionOk="0">
                    <a:moveTo>
                      <a:pt x="523" y="0"/>
                    </a:moveTo>
                    <a:lnTo>
                      <a:pt x="0" y="0"/>
                    </a:lnTo>
                    <a:lnTo>
                      <a:pt x="0" y="598"/>
                    </a:lnTo>
                    <a:lnTo>
                      <a:pt x="523" y="598"/>
                    </a:lnTo>
                    <a:lnTo>
                      <a:pt x="523"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24" name="Google Shape;1524;p45"/>
              <p:cNvSpPr/>
              <p:nvPr/>
            </p:nvSpPr>
            <p:spPr>
              <a:xfrm>
                <a:off x="8709480" y="1654920"/>
                <a:ext cx="188640" cy="215280"/>
              </a:xfrm>
              <a:custGeom>
                <a:avLst/>
                <a:gdLst/>
                <a:ahLst/>
                <a:cxnLst/>
                <a:rect l="l" t="t" r="r" b="b"/>
                <a:pathLst>
                  <a:path w="524" h="598" extrusionOk="0">
                    <a:moveTo>
                      <a:pt x="524" y="0"/>
                    </a:moveTo>
                    <a:lnTo>
                      <a:pt x="0" y="0"/>
                    </a:lnTo>
                    <a:lnTo>
                      <a:pt x="0" y="598"/>
                    </a:lnTo>
                    <a:lnTo>
                      <a:pt x="524" y="598"/>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25" name="Google Shape;1525;p45"/>
              <p:cNvSpPr/>
              <p:nvPr/>
            </p:nvSpPr>
            <p:spPr>
              <a:xfrm>
                <a:off x="8898120" y="1654920"/>
                <a:ext cx="188640" cy="215280"/>
              </a:xfrm>
              <a:custGeom>
                <a:avLst/>
                <a:gdLst/>
                <a:ahLst/>
                <a:cxnLst/>
                <a:rect l="l" t="t" r="r" b="b"/>
                <a:pathLst>
                  <a:path w="524" h="598" extrusionOk="0">
                    <a:moveTo>
                      <a:pt x="524" y="0"/>
                    </a:moveTo>
                    <a:lnTo>
                      <a:pt x="0" y="0"/>
                    </a:lnTo>
                    <a:lnTo>
                      <a:pt x="0" y="598"/>
                    </a:lnTo>
                    <a:lnTo>
                      <a:pt x="524" y="598"/>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26" name="Google Shape;1526;p45"/>
              <p:cNvSpPr/>
              <p:nvPr/>
            </p:nvSpPr>
            <p:spPr>
              <a:xfrm>
                <a:off x="9086760" y="1654920"/>
                <a:ext cx="188640" cy="215280"/>
              </a:xfrm>
              <a:custGeom>
                <a:avLst/>
                <a:gdLst/>
                <a:ahLst/>
                <a:cxnLst/>
                <a:rect l="l" t="t" r="r" b="b"/>
                <a:pathLst>
                  <a:path w="524" h="598" extrusionOk="0">
                    <a:moveTo>
                      <a:pt x="524" y="0"/>
                    </a:moveTo>
                    <a:lnTo>
                      <a:pt x="0" y="0"/>
                    </a:lnTo>
                    <a:lnTo>
                      <a:pt x="0" y="598"/>
                    </a:lnTo>
                    <a:lnTo>
                      <a:pt x="524" y="598"/>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27" name="Google Shape;1527;p45"/>
              <p:cNvSpPr/>
              <p:nvPr/>
            </p:nvSpPr>
            <p:spPr>
              <a:xfrm>
                <a:off x="8521200" y="1870200"/>
                <a:ext cx="188280" cy="214920"/>
              </a:xfrm>
              <a:custGeom>
                <a:avLst/>
                <a:gdLst/>
                <a:ahLst/>
                <a:cxnLst/>
                <a:rect l="l" t="t" r="r" b="b"/>
                <a:pathLst>
                  <a:path w="523" h="597" extrusionOk="0">
                    <a:moveTo>
                      <a:pt x="523" y="0"/>
                    </a:moveTo>
                    <a:lnTo>
                      <a:pt x="0" y="0"/>
                    </a:lnTo>
                    <a:lnTo>
                      <a:pt x="0" y="597"/>
                    </a:lnTo>
                    <a:lnTo>
                      <a:pt x="523" y="597"/>
                    </a:lnTo>
                    <a:lnTo>
                      <a:pt x="523"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28" name="Google Shape;1528;p45"/>
              <p:cNvSpPr/>
              <p:nvPr/>
            </p:nvSpPr>
            <p:spPr>
              <a:xfrm>
                <a:off x="8709480" y="1870200"/>
                <a:ext cx="188640" cy="214920"/>
              </a:xfrm>
              <a:custGeom>
                <a:avLst/>
                <a:gdLst/>
                <a:ahLst/>
                <a:cxnLst/>
                <a:rect l="l" t="t" r="r" b="b"/>
                <a:pathLst>
                  <a:path w="524" h="597" extrusionOk="0">
                    <a:moveTo>
                      <a:pt x="524" y="0"/>
                    </a:moveTo>
                    <a:lnTo>
                      <a:pt x="0" y="0"/>
                    </a:lnTo>
                    <a:lnTo>
                      <a:pt x="0" y="597"/>
                    </a:lnTo>
                    <a:lnTo>
                      <a:pt x="524" y="597"/>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29" name="Google Shape;1529;p45"/>
              <p:cNvSpPr/>
              <p:nvPr/>
            </p:nvSpPr>
            <p:spPr>
              <a:xfrm>
                <a:off x="8898120" y="1870200"/>
                <a:ext cx="188640" cy="214920"/>
              </a:xfrm>
              <a:custGeom>
                <a:avLst/>
                <a:gdLst/>
                <a:ahLst/>
                <a:cxnLst/>
                <a:rect l="l" t="t" r="r" b="b"/>
                <a:pathLst>
                  <a:path w="524" h="597" extrusionOk="0">
                    <a:moveTo>
                      <a:pt x="524" y="0"/>
                    </a:moveTo>
                    <a:lnTo>
                      <a:pt x="0" y="0"/>
                    </a:lnTo>
                    <a:lnTo>
                      <a:pt x="0" y="597"/>
                    </a:lnTo>
                    <a:lnTo>
                      <a:pt x="524" y="597"/>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30" name="Google Shape;1530;p45"/>
              <p:cNvSpPr/>
              <p:nvPr/>
            </p:nvSpPr>
            <p:spPr>
              <a:xfrm>
                <a:off x="9086760" y="1870200"/>
                <a:ext cx="188640" cy="214920"/>
              </a:xfrm>
              <a:custGeom>
                <a:avLst/>
                <a:gdLst/>
                <a:ahLst/>
                <a:cxnLst/>
                <a:rect l="l" t="t" r="r" b="b"/>
                <a:pathLst>
                  <a:path w="524" h="597" extrusionOk="0">
                    <a:moveTo>
                      <a:pt x="524" y="0"/>
                    </a:moveTo>
                    <a:lnTo>
                      <a:pt x="0" y="0"/>
                    </a:lnTo>
                    <a:lnTo>
                      <a:pt x="0" y="597"/>
                    </a:lnTo>
                    <a:lnTo>
                      <a:pt x="524" y="597"/>
                    </a:lnTo>
                    <a:lnTo>
                      <a:pt x="524"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531" name="Google Shape;1531;p45"/>
            <p:cNvSpPr/>
            <p:nvPr/>
          </p:nvSpPr>
          <p:spPr>
            <a:xfrm>
              <a:off x="7256825" y="1723239"/>
              <a:ext cx="1193503" cy="2035873"/>
            </a:xfrm>
            <a:custGeom>
              <a:avLst/>
              <a:gdLst/>
              <a:ahLst/>
              <a:cxnLst/>
              <a:rect l="l" t="t" r="r" b="b"/>
              <a:pathLst>
                <a:path w="2597" h="4430" extrusionOk="0">
                  <a:moveTo>
                    <a:pt x="2597" y="3132"/>
                  </a:moveTo>
                  <a:lnTo>
                    <a:pt x="2597" y="1298"/>
                  </a:lnTo>
                  <a:cubicBezTo>
                    <a:pt x="2597" y="581"/>
                    <a:pt x="2015" y="0"/>
                    <a:pt x="1298" y="0"/>
                  </a:cubicBezTo>
                  <a:cubicBezTo>
                    <a:pt x="581" y="0"/>
                    <a:pt x="0" y="581"/>
                    <a:pt x="0" y="1298"/>
                  </a:cubicBezTo>
                  <a:lnTo>
                    <a:pt x="0" y="3132"/>
                  </a:lnTo>
                  <a:cubicBezTo>
                    <a:pt x="0" y="3849"/>
                    <a:pt x="581" y="4430"/>
                    <a:pt x="1298" y="4430"/>
                  </a:cubicBezTo>
                  <a:cubicBezTo>
                    <a:pt x="2015" y="4430"/>
                    <a:pt x="2597" y="3849"/>
                    <a:pt x="2597" y="3132"/>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532" name="Google Shape;1532;p45"/>
            <p:cNvGrpSpPr/>
            <p:nvPr/>
          </p:nvGrpSpPr>
          <p:grpSpPr>
            <a:xfrm>
              <a:off x="7734933" y="3040932"/>
              <a:ext cx="523457" cy="272529"/>
              <a:chOff x="9164520" y="4060440"/>
              <a:chExt cx="410040" cy="213480"/>
            </a:xfrm>
          </p:grpSpPr>
          <p:sp>
            <p:nvSpPr>
              <p:cNvPr id="1533" name="Google Shape;1533;p45"/>
              <p:cNvSpPr/>
              <p:nvPr/>
            </p:nvSpPr>
            <p:spPr>
              <a:xfrm>
                <a:off x="9402120" y="4136040"/>
                <a:ext cx="103680" cy="59760"/>
              </a:xfrm>
              <a:custGeom>
                <a:avLst/>
                <a:gdLst/>
                <a:ahLst/>
                <a:cxnLst/>
                <a:rect l="l" t="t" r="r" b="b"/>
                <a:pathLst>
                  <a:path w="288" h="166" extrusionOk="0">
                    <a:moveTo>
                      <a:pt x="288" y="0"/>
                    </a:moveTo>
                    <a:lnTo>
                      <a:pt x="144" y="166"/>
                    </a:lnTo>
                    <a:lnTo>
                      <a:pt x="0" y="0"/>
                    </a:lnTo>
                    <a:lnTo>
                      <a:pt x="288" y="0"/>
                    </a:lnTo>
                    <a:close/>
                  </a:path>
                </a:pathLst>
              </a:custGeom>
              <a:noFill/>
              <a:ln w="9525" cap="flat" cmpd="sng">
                <a:solidFill>
                  <a:schemeClr val="dk1"/>
                </a:solidFill>
                <a:prstDash val="solid"/>
                <a:bevel/>
                <a:headEnd type="none" w="sm" len="sm"/>
                <a:tailEnd type="none" w="sm" len="sm"/>
              </a:ln>
            </p:spPr>
            <p:txBody>
              <a:bodyPr spcFirstLastPara="1" wrap="square" lIns="92875" tIns="11875" rIns="92875" bIns="11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34" name="Google Shape;1534;p45"/>
              <p:cNvSpPr/>
              <p:nvPr/>
            </p:nvSpPr>
            <p:spPr>
              <a:xfrm>
                <a:off x="9164520" y="4060440"/>
                <a:ext cx="410040" cy="213480"/>
              </a:xfrm>
              <a:custGeom>
                <a:avLst/>
                <a:gdLst/>
                <a:ahLst/>
                <a:cxnLst/>
                <a:rect l="l" t="t" r="r" b="b"/>
                <a:pathLst>
                  <a:path w="1139" h="593" extrusionOk="0">
                    <a:moveTo>
                      <a:pt x="1139" y="593"/>
                    </a:moveTo>
                    <a:lnTo>
                      <a:pt x="0" y="593"/>
                    </a:lnTo>
                    <a:lnTo>
                      <a:pt x="0" y="0"/>
                    </a:lnTo>
                    <a:lnTo>
                      <a:pt x="1139" y="0"/>
                    </a:lnTo>
                    <a:lnTo>
                      <a:pt x="1139" y="593"/>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535" name="Google Shape;1535;p45"/>
            <p:cNvGrpSpPr/>
            <p:nvPr/>
          </p:nvGrpSpPr>
          <p:grpSpPr>
            <a:xfrm>
              <a:off x="7411851" y="2329049"/>
              <a:ext cx="761058" cy="442112"/>
              <a:chOff x="8911440" y="3502800"/>
              <a:chExt cx="596160" cy="346320"/>
            </a:xfrm>
          </p:grpSpPr>
          <p:sp>
            <p:nvSpPr>
              <p:cNvPr id="1536" name="Google Shape;1536;p45"/>
              <p:cNvSpPr/>
              <p:nvPr/>
            </p:nvSpPr>
            <p:spPr>
              <a:xfrm>
                <a:off x="8911440" y="3502800"/>
                <a:ext cx="596160" cy="346320"/>
              </a:xfrm>
              <a:custGeom>
                <a:avLst/>
                <a:gdLst/>
                <a:ahLst/>
                <a:cxnLst/>
                <a:rect l="l" t="t" r="r" b="b"/>
                <a:pathLst>
                  <a:path w="1656" h="962" extrusionOk="0">
                    <a:moveTo>
                      <a:pt x="1656" y="962"/>
                    </a:moveTo>
                    <a:lnTo>
                      <a:pt x="0" y="962"/>
                    </a:lnTo>
                    <a:lnTo>
                      <a:pt x="0" y="0"/>
                    </a:lnTo>
                    <a:lnTo>
                      <a:pt x="1656" y="0"/>
                    </a:lnTo>
                    <a:lnTo>
                      <a:pt x="1656" y="962"/>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37" name="Google Shape;1537;p45"/>
              <p:cNvSpPr/>
              <p:nvPr/>
            </p:nvSpPr>
            <p:spPr>
              <a:xfrm>
                <a:off x="8926560" y="3522600"/>
                <a:ext cx="569880" cy="206280"/>
              </a:xfrm>
              <a:custGeom>
                <a:avLst/>
                <a:gdLst/>
                <a:ahLst/>
                <a:cxnLst/>
                <a:rect l="l" t="t" r="r" b="b"/>
                <a:pathLst>
                  <a:path w="1583" h="573" extrusionOk="0">
                    <a:moveTo>
                      <a:pt x="0" y="0"/>
                    </a:moveTo>
                    <a:lnTo>
                      <a:pt x="786" y="573"/>
                    </a:lnTo>
                    <a:lnTo>
                      <a:pt x="1583" y="0"/>
                    </a:lnTo>
                    <a:lnTo>
                      <a:pt x="0" y="0"/>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38" name="Google Shape;1538;p45"/>
              <p:cNvSpPr/>
              <p:nvPr/>
            </p:nvSpPr>
            <p:spPr>
              <a:xfrm>
                <a:off x="8926560" y="3651480"/>
                <a:ext cx="176760" cy="181800"/>
              </a:xfrm>
              <a:custGeom>
                <a:avLst/>
                <a:gdLst/>
                <a:ahLst/>
                <a:cxnLst/>
                <a:rect l="l" t="t" r="r" b="b"/>
                <a:pathLst>
                  <a:path w="491" h="505" extrusionOk="0">
                    <a:moveTo>
                      <a:pt x="0" y="505"/>
                    </a:moveTo>
                    <a:lnTo>
                      <a:pt x="491" y="0"/>
                    </a:lnTo>
                    <a:lnTo>
                      <a:pt x="0" y="505"/>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39" name="Google Shape;1539;p45"/>
              <p:cNvSpPr/>
              <p:nvPr/>
            </p:nvSpPr>
            <p:spPr>
              <a:xfrm>
                <a:off x="9319680" y="3651480"/>
                <a:ext cx="176760" cy="181800"/>
              </a:xfrm>
              <a:custGeom>
                <a:avLst/>
                <a:gdLst/>
                <a:ahLst/>
                <a:cxnLst/>
                <a:rect l="l" t="t" r="r" b="b"/>
                <a:pathLst>
                  <a:path w="491" h="505" extrusionOk="0">
                    <a:moveTo>
                      <a:pt x="491" y="505"/>
                    </a:moveTo>
                    <a:lnTo>
                      <a:pt x="0" y="0"/>
                    </a:lnTo>
                    <a:lnTo>
                      <a:pt x="491" y="505"/>
                    </a:ln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1540" name="Google Shape;1540;p45"/>
          <p:cNvGrpSpPr/>
          <p:nvPr/>
        </p:nvGrpSpPr>
        <p:grpSpPr>
          <a:xfrm>
            <a:off x="7496872" y="969232"/>
            <a:ext cx="591015" cy="280341"/>
            <a:chOff x="8512920" y="3816720"/>
            <a:chExt cx="462960" cy="219600"/>
          </a:xfrm>
        </p:grpSpPr>
        <p:sp>
          <p:nvSpPr>
            <p:cNvPr id="1541" name="Google Shape;1541;p45"/>
            <p:cNvSpPr/>
            <p:nvPr/>
          </p:nvSpPr>
          <p:spPr>
            <a:xfrm>
              <a:off x="8512920" y="3816720"/>
              <a:ext cx="462960" cy="219600"/>
            </a:xfrm>
            <a:custGeom>
              <a:avLst/>
              <a:gdLst/>
              <a:ahLst/>
              <a:cxnLst/>
              <a:rect l="l" t="t" r="r" b="b"/>
              <a:pathLst>
                <a:path w="1286" h="610" extrusionOk="0">
                  <a:moveTo>
                    <a:pt x="981" y="610"/>
                  </a:moveTo>
                  <a:lnTo>
                    <a:pt x="305" y="610"/>
                  </a:lnTo>
                  <a:cubicBezTo>
                    <a:pt x="137" y="610"/>
                    <a:pt x="0" y="473"/>
                    <a:pt x="0" y="305"/>
                  </a:cubicBezTo>
                  <a:cubicBezTo>
                    <a:pt x="0" y="136"/>
                    <a:pt x="137" y="0"/>
                    <a:pt x="305" y="0"/>
                  </a:cubicBezTo>
                  <a:lnTo>
                    <a:pt x="981" y="0"/>
                  </a:lnTo>
                  <a:cubicBezTo>
                    <a:pt x="1149" y="0"/>
                    <a:pt x="1286" y="136"/>
                    <a:pt x="1286" y="305"/>
                  </a:cubicBezTo>
                  <a:cubicBezTo>
                    <a:pt x="1286" y="473"/>
                    <a:pt x="1149" y="610"/>
                    <a:pt x="981" y="610"/>
                  </a:cubicBezTo>
                  <a:close/>
                </a:path>
              </a:pathLst>
            </a:custGeom>
            <a:no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42" name="Google Shape;1542;p45"/>
            <p:cNvSpPr/>
            <p:nvPr/>
          </p:nvSpPr>
          <p:spPr>
            <a:xfrm>
              <a:off x="8764560" y="3825720"/>
              <a:ext cx="201240" cy="201240"/>
            </a:xfrm>
            <a:custGeom>
              <a:avLst/>
              <a:gdLst/>
              <a:ahLst/>
              <a:cxnLst/>
              <a:rect l="l" t="t" r="r" b="b"/>
              <a:pathLst>
                <a:path w="559" h="559" extrusionOk="0">
                  <a:moveTo>
                    <a:pt x="559" y="280"/>
                  </a:moveTo>
                  <a:cubicBezTo>
                    <a:pt x="559" y="125"/>
                    <a:pt x="434" y="0"/>
                    <a:pt x="279" y="0"/>
                  </a:cubicBezTo>
                  <a:cubicBezTo>
                    <a:pt x="125" y="0"/>
                    <a:pt x="0" y="125"/>
                    <a:pt x="0" y="280"/>
                  </a:cubicBezTo>
                  <a:cubicBezTo>
                    <a:pt x="0" y="434"/>
                    <a:pt x="125" y="559"/>
                    <a:pt x="279" y="559"/>
                  </a:cubicBezTo>
                  <a:cubicBezTo>
                    <a:pt x="434" y="559"/>
                    <a:pt x="559" y="434"/>
                    <a:pt x="559" y="280"/>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543" name="Google Shape;1543;p45"/>
          <p:cNvSpPr/>
          <p:nvPr/>
        </p:nvSpPr>
        <p:spPr>
          <a:xfrm>
            <a:off x="7256815" y="4184838"/>
            <a:ext cx="447480" cy="510840"/>
          </a:xfrm>
          <a:custGeom>
            <a:avLst/>
            <a:gdLst/>
            <a:ahLst/>
            <a:cxnLst/>
            <a:rect l="l" t="t" r="r" b="b"/>
            <a:pathLst>
              <a:path w="1243" h="1419" extrusionOk="0">
                <a:moveTo>
                  <a:pt x="872" y="102"/>
                </a:moveTo>
                <a:lnTo>
                  <a:pt x="0" y="0"/>
                </a:lnTo>
                <a:lnTo>
                  <a:pt x="89" y="995"/>
                </a:lnTo>
                <a:lnTo>
                  <a:pt x="273" y="784"/>
                </a:lnTo>
                <a:lnTo>
                  <a:pt x="829" y="1419"/>
                </a:lnTo>
                <a:lnTo>
                  <a:pt x="1243" y="947"/>
                </a:lnTo>
                <a:lnTo>
                  <a:pt x="687" y="313"/>
                </a:lnTo>
                <a:lnTo>
                  <a:pt x="872" y="102"/>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544" name="Google Shape;1544;p45"/>
          <p:cNvGrpSpPr/>
          <p:nvPr/>
        </p:nvGrpSpPr>
        <p:grpSpPr>
          <a:xfrm>
            <a:off x="126260" y="926483"/>
            <a:ext cx="856080" cy="394560"/>
            <a:chOff x="7200360" y="654120"/>
            <a:chExt cx="856080" cy="394560"/>
          </a:xfrm>
        </p:grpSpPr>
        <p:sp>
          <p:nvSpPr>
            <p:cNvPr id="1545" name="Google Shape;1545;p45"/>
            <p:cNvSpPr/>
            <p:nvPr/>
          </p:nvSpPr>
          <p:spPr>
            <a:xfrm>
              <a:off x="7200360" y="654120"/>
              <a:ext cx="856080" cy="394560"/>
            </a:xfrm>
            <a:custGeom>
              <a:avLst/>
              <a:gdLst/>
              <a:ahLst/>
              <a:cxnLst/>
              <a:rect l="l" t="t" r="r" b="b"/>
              <a:pathLst>
                <a:path w="2378" h="1096" extrusionOk="0">
                  <a:moveTo>
                    <a:pt x="2372" y="1096"/>
                  </a:moveTo>
                  <a:cubicBezTo>
                    <a:pt x="2376" y="1071"/>
                    <a:pt x="2378" y="1047"/>
                    <a:pt x="2378" y="1022"/>
                  </a:cubicBezTo>
                  <a:cubicBezTo>
                    <a:pt x="2378" y="763"/>
                    <a:pt x="2193" y="553"/>
                    <a:pt x="1966" y="553"/>
                  </a:cubicBezTo>
                  <a:cubicBezTo>
                    <a:pt x="1917" y="553"/>
                    <a:pt x="1871" y="563"/>
                    <a:pt x="1827" y="580"/>
                  </a:cubicBezTo>
                  <a:cubicBezTo>
                    <a:pt x="1787" y="252"/>
                    <a:pt x="1540" y="0"/>
                    <a:pt x="1242" y="0"/>
                  </a:cubicBezTo>
                  <a:cubicBezTo>
                    <a:pt x="1014" y="0"/>
                    <a:pt x="816" y="147"/>
                    <a:pt x="717" y="363"/>
                  </a:cubicBezTo>
                  <a:cubicBezTo>
                    <a:pt x="677" y="353"/>
                    <a:pt x="635" y="347"/>
                    <a:pt x="592" y="347"/>
                  </a:cubicBezTo>
                  <a:cubicBezTo>
                    <a:pt x="265" y="347"/>
                    <a:pt x="0" y="649"/>
                    <a:pt x="0" y="1022"/>
                  </a:cubicBezTo>
                  <a:cubicBezTo>
                    <a:pt x="0" y="1047"/>
                    <a:pt x="2" y="1071"/>
                    <a:pt x="4" y="1096"/>
                  </a:cubicBezTo>
                  <a:lnTo>
                    <a:pt x="2372" y="1096"/>
                  </a:lnTo>
                  <a:close/>
                </a:path>
              </a:pathLst>
            </a:custGeom>
            <a:solidFill>
              <a:schemeClr val="dk2"/>
            </a:solidFill>
            <a:ln w="9525" cap="flat" cmpd="sng">
              <a:solidFill>
                <a:schemeClr val="dk1"/>
              </a:solidFill>
              <a:prstDash val="solid"/>
              <a:bevel/>
              <a:headEnd type="none" w="sm" len="sm"/>
              <a:tailEnd type="none" w="sm" len="sm"/>
            </a:ln>
          </p:spPr>
          <p:txBody>
            <a:bodyPr spcFirstLastPara="1" wrap="square" lIns="92875" tIns="47875" rIns="92875" bIns="47875"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546" name="Google Shape;1546;p45"/>
            <p:cNvSpPr/>
            <p:nvPr/>
          </p:nvSpPr>
          <p:spPr>
            <a:xfrm>
              <a:off x="7201800" y="1048680"/>
              <a:ext cx="852480" cy="0"/>
            </a:xfrm>
            <a:custGeom>
              <a:avLst/>
              <a:gdLst/>
              <a:ahLst/>
              <a:cxnLst/>
              <a:rect l="l" t="t" r="r" b="b"/>
              <a:pathLst>
                <a:path w="2368" h="120000" extrusionOk="0">
                  <a:moveTo>
                    <a:pt x="2368" y="0"/>
                  </a:moveTo>
                  <a:lnTo>
                    <a:pt x="0" y="0"/>
                  </a:lnTo>
                  <a:lnTo>
                    <a:pt x="2368" y="0"/>
                  </a:lnTo>
                  <a:close/>
                </a:path>
              </a:pathLst>
            </a:custGeom>
            <a:solidFill>
              <a:schemeClr val="dk2"/>
            </a:solidFill>
            <a:ln w="9525" cap="flat" cmpd="sng">
              <a:solidFill>
                <a:schemeClr val="dk1"/>
              </a:solidFill>
              <a:prstDash val="solid"/>
              <a:bevel/>
              <a:headEnd type="none" w="sm" len="sm"/>
              <a:tailEnd type="none" w="sm" len="sm"/>
            </a:ln>
          </p:spPr>
          <p:txBody>
            <a:bodyPr spcFirstLastPara="1" wrap="square" lIns="92875" tIns="0" rIns="92875" bIns="0" anchor="ctr" anchorCtr="1">
              <a:noAutofit/>
            </a:bodyPr>
            <a:lstStyle/>
            <a:p>
              <a:pPr marL="0" marR="0" lvl="0" indent="0" algn="l" rtl="0">
                <a:spcBef>
                  <a:spcPts val="0"/>
                </a:spcBef>
                <a:spcAft>
                  <a:spcPts val="0"/>
                </a:spcAft>
                <a:buNone/>
              </a:pPr>
              <a:endParaRPr sz="1800" b="0" strike="noStrik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4" name="TextBox 3"/>
          <p:cNvSpPr txBox="1"/>
          <p:nvPr/>
        </p:nvSpPr>
        <p:spPr>
          <a:xfrm>
            <a:off x="2272258" y="3679902"/>
            <a:ext cx="4578350" cy="637872"/>
          </a:xfrm>
          <a:prstGeom prst="rect">
            <a:avLst/>
          </a:prstGeom>
          <a:solidFill>
            <a:schemeClr val="tx2"/>
          </a:solidFill>
        </p:spPr>
        <p:txBody>
          <a:bodyPr wrap="square" rtlCol="0">
            <a:spAutoFit/>
          </a:bodyPr>
          <a:lstStyle/>
          <a:p>
            <a:endParaRPr lang="en-IN" dirty="0"/>
          </a:p>
        </p:txBody>
      </p:sp>
    </p:spTree>
  </p:cSld>
  <p:clrMapOvr>
    <a:masterClrMapping/>
  </p:clrMapOvr>
</p:sld>
</file>

<file path=ppt/theme/theme1.xml><?xml version="1.0" encoding="utf-8"?>
<a:theme xmlns:a="http://schemas.openxmlformats.org/drawingml/2006/main" name="Soft Palette Consulting by Slidesgo">
  <a:themeElements>
    <a:clrScheme name="Simple Light">
      <a:dk1>
        <a:srgbClr val="1E2423"/>
      </a:dk1>
      <a:lt1>
        <a:srgbClr val="F0E9E2"/>
      </a:lt1>
      <a:dk2>
        <a:srgbClr val="FFFFFF"/>
      </a:dk2>
      <a:lt2>
        <a:srgbClr val="F5F5F5"/>
      </a:lt2>
      <a:accent1>
        <a:srgbClr val="DEB6B7"/>
      </a:accent1>
      <a:accent2>
        <a:srgbClr val="A8D0E0"/>
      </a:accent2>
      <a:accent3>
        <a:srgbClr val="7BA6B4"/>
      </a:accent3>
      <a:accent4>
        <a:srgbClr val="D6CFA7"/>
      </a:accent4>
      <a:accent5>
        <a:srgbClr val="E7CDB7"/>
      </a:accent5>
      <a:accent6>
        <a:srgbClr val="CC9D9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788</TotalTime>
  <Words>640</Words>
  <Application>Microsoft Office PowerPoint</Application>
  <PresentationFormat>On-screen Show (16:9)</PresentationFormat>
  <Paragraphs>73</Paragraphs>
  <Slides>15</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Candara Light</vt:lpstr>
      <vt:lpstr>Raleway</vt:lpstr>
      <vt:lpstr>Open Sans</vt:lpstr>
      <vt:lpstr>Arial</vt:lpstr>
      <vt:lpstr>Times New Roman</vt:lpstr>
      <vt:lpstr>Assistant</vt:lpstr>
      <vt:lpstr>Libre Franklin</vt:lpstr>
      <vt:lpstr>Soft Palette Consulting by Slidesgo</vt:lpstr>
      <vt:lpstr>AI-Based Mental Health Chatbot</vt:lpstr>
      <vt:lpstr>PowerPoint Presentation</vt:lpstr>
      <vt:lpstr>PowerPoint Presentation</vt:lpstr>
      <vt:lpstr>Technologies</vt:lpstr>
      <vt:lpstr>PowerPoint Presentation</vt:lpstr>
      <vt:lpstr>PowerPoint Presentation</vt:lpstr>
      <vt:lpstr>PowerPoint Presentation</vt:lpstr>
      <vt:lpstr>AI Approach</vt:lpstr>
      <vt:lpstr>Features</vt:lpstr>
      <vt:lpstr>Constraints</vt:lpstr>
      <vt:lpstr>Advantages</vt:lpstr>
      <vt:lpstr>Output</vt:lpstr>
      <vt:lpstr>Future Scope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Smart Energy Consumption Prediction System</dc:title>
  <dc:creator>Veda</dc:creator>
  <cp:lastModifiedBy>Maneesha Ganpisetty</cp:lastModifiedBy>
  <cp:revision>39</cp:revision>
  <dcterms:created xsi:type="dcterms:W3CDTF">2024-11-01T03:32:00Z</dcterms:created>
  <dcterms:modified xsi:type="dcterms:W3CDTF">2026-03-28T05:13:04Z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BFE6E1EA310E4874A11B5F6212EE1D46_12</vt:lpwstr>
  </property>
  <property fmtid="{D5CDD505-2E9C-101B-9397-08002B2CF9AE}" pid="3" name="KSOProductBuildVer">
    <vt:lpwstr>1033-12.2.0.18607</vt:lpwstr>
  </property>
</Properties>
</file>